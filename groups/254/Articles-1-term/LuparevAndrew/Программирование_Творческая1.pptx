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289" r:id="rId5"/>
    <p:sldId id="288" r:id="rId6"/>
    <p:sldId id="290" r:id="rId7"/>
    <p:sldId id="276" r:id="rId8"/>
    <p:sldId id="283" r:id="rId9"/>
    <p:sldId id="295" r:id="rId10"/>
    <p:sldId id="291" r:id="rId11"/>
    <p:sldId id="296" r:id="rId12"/>
    <p:sldId id="292" r:id="rId13"/>
    <p:sldId id="297" r:id="rId14"/>
    <p:sldId id="294" r:id="rId15"/>
    <p:sldId id="298" r:id="rId16"/>
    <p:sldId id="293" r:id="rId17"/>
    <p:sldId id="262" r:id="rId18"/>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58E040-F5A2-4969-AC1E-6B7D36D91B90}" v="182" dt="2025-12-07T19:37:32.274"/>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p:cViewPr varScale="1">
        <p:scale>
          <a:sx n="102" d="100"/>
          <a:sy n="102" d="100"/>
        </p:scale>
        <p:origin x="1188" y="1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80" d="100"/>
          <a:sy n="80" d="100"/>
        </p:scale>
        <p:origin x="3984" y="1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EB88A17-8FFD-47C7-BBEB-680E6FB8FC56}" type="datetime1">
              <a:rPr lang="ru-RU" smtClean="0"/>
              <a:t>07.12.2025</a:t>
            </a:fld>
            <a:endParaRPr lang="ru-RU" dirty="0"/>
          </a:p>
        </p:txBody>
      </p:sp>
      <p:sp>
        <p:nvSpPr>
          <p:cNvPr id="4" name="Нижний колонтитул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1T17:35:30.111"/>
    </inkml:context>
    <inkml:brush xml:id="br0">
      <inkml:brushProperty name="width" value="0.1" units="cm"/>
      <inkml:brushProperty name="height" value="0.1" units="cm"/>
    </inkml:brush>
  </inkml:definitions>
  <inkml:trace contextRef="#ctx0" brushRef="#br0">17113 7620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A08324-DD3D-4F0C-A110-C69C3C48FBD3}" type="datetime1">
              <a:rPr lang="ru-RU" smtClean="0"/>
              <a:pPr/>
              <a:t>07.12.2025</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C5DA344-5FA2-43F7-9D95-CA56C82B080A}" type="slidenum">
              <a:rPr lang="ru-RU" noProof="0" smtClean="0"/>
              <a:t>‹#›</a:t>
            </a:fld>
            <a:endParaRPr lang="ru-RU" noProof="0" dirty="0"/>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dirty="0"/>
          </a:p>
        </p:txBody>
      </p:sp>
      <p:sp>
        <p:nvSpPr>
          <p:cNvPr id="4" name="Номер слайда 3"/>
          <p:cNvSpPr>
            <a:spLocks noGrp="1"/>
          </p:cNvSpPr>
          <p:nvPr>
            <p:ph type="sldNum" sz="quarter" idx="5"/>
          </p:nvPr>
        </p:nvSpPr>
        <p:spPr/>
        <p:txBody>
          <a:bodyPr rtlCol="0"/>
          <a:lstStyle/>
          <a:p>
            <a:pPr rtl="0"/>
            <a:fld id="{CC5DA344-5FA2-43F7-9D95-CA56C82B080A}" type="slidenum">
              <a:rPr lang="ru-RU" smtClean="0"/>
              <a:t>1</a:t>
            </a:fld>
            <a:endParaRPr lang="ru-RU" dirty="0"/>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dirty="0"/>
          </a:p>
        </p:txBody>
      </p:sp>
      <p:sp>
        <p:nvSpPr>
          <p:cNvPr id="4" name="Номер слайда 3"/>
          <p:cNvSpPr>
            <a:spLocks noGrp="1"/>
          </p:cNvSpPr>
          <p:nvPr>
            <p:ph type="sldNum" sz="quarter" idx="5"/>
          </p:nvPr>
        </p:nvSpPr>
        <p:spPr/>
        <p:txBody>
          <a:bodyPr rtlCol="0"/>
          <a:lstStyle/>
          <a:p>
            <a:pPr rtl="0"/>
            <a:fld id="{CC5DA344-5FA2-43F7-9D95-CA56C82B080A}" type="slidenum">
              <a:rPr lang="ru-RU" smtClean="0"/>
              <a:t>2</a:t>
            </a:fld>
            <a:endParaRPr lang="ru-RU" dirty="0"/>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dirty="0"/>
          </a:p>
        </p:txBody>
      </p:sp>
      <p:sp>
        <p:nvSpPr>
          <p:cNvPr id="4" name="Номер слайда 3"/>
          <p:cNvSpPr>
            <a:spLocks noGrp="1"/>
          </p:cNvSpPr>
          <p:nvPr>
            <p:ph type="sldNum" sz="quarter" idx="5"/>
          </p:nvPr>
        </p:nvSpPr>
        <p:spPr/>
        <p:txBody>
          <a:bodyPr rtlCol="0"/>
          <a:lstStyle/>
          <a:p>
            <a:pPr rtl="0"/>
            <a:fld id="{CC5DA344-5FA2-43F7-9D95-CA56C82B080A}" type="slidenum">
              <a:rPr lang="ru-RU" smtClean="0"/>
              <a:t>4</a:t>
            </a:fld>
            <a:endParaRPr lang="ru-RU" dirty="0"/>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dirty="0"/>
          </a:p>
        </p:txBody>
      </p:sp>
      <p:sp>
        <p:nvSpPr>
          <p:cNvPr id="4" name="Номер слайда 3"/>
          <p:cNvSpPr>
            <a:spLocks noGrp="1"/>
          </p:cNvSpPr>
          <p:nvPr>
            <p:ph type="sldNum" sz="quarter" idx="5"/>
          </p:nvPr>
        </p:nvSpPr>
        <p:spPr/>
        <p:txBody>
          <a:bodyPr rtlCol="0"/>
          <a:lstStyle/>
          <a:p>
            <a:pPr rtl="0"/>
            <a:fld id="{CC5DA344-5FA2-43F7-9D95-CA56C82B080A}" type="slidenum">
              <a:rPr lang="ru-RU" smtClean="0"/>
              <a:t>5</a:t>
            </a:fld>
            <a:endParaRPr lang="ru-RU" dirty="0"/>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83454-94C3-1F6C-43B7-312F83B5D07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B26B9AE-5C4C-A42D-85E5-E27FEAD35629}"/>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D7DCA9C-B548-30B3-311F-796449B5386E}"/>
              </a:ext>
            </a:extLst>
          </p:cNvPr>
          <p:cNvSpPr>
            <a:spLocks noGrp="1"/>
          </p:cNvSpPr>
          <p:nvPr>
            <p:ph type="body" idx="1"/>
          </p:nvPr>
        </p:nvSpPr>
        <p:spPr/>
        <p:txBody>
          <a:bodyPr rtlCol="0"/>
          <a:lstStyle/>
          <a:p>
            <a:pPr rtl="0"/>
            <a:endParaRPr lang="ru-RU" dirty="0"/>
          </a:p>
        </p:txBody>
      </p:sp>
      <p:sp>
        <p:nvSpPr>
          <p:cNvPr id="4" name="Номер слайда 3">
            <a:extLst>
              <a:ext uri="{FF2B5EF4-FFF2-40B4-BE49-F238E27FC236}">
                <a16:creationId xmlns:a16="http://schemas.microsoft.com/office/drawing/2014/main" id="{2DCD78C9-6173-9E39-C8D1-392CC9DD2CB3}"/>
              </a:ext>
            </a:extLst>
          </p:cNvPr>
          <p:cNvSpPr>
            <a:spLocks noGrp="1"/>
          </p:cNvSpPr>
          <p:nvPr>
            <p:ph type="sldNum" sz="quarter" idx="5"/>
          </p:nvPr>
        </p:nvSpPr>
        <p:spPr/>
        <p:txBody>
          <a:bodyPr rtlCol="0"/>
          <a:lstStyle/>
          <a:p>
            <a:pPr rtl="0"/>
            <a:fld id="{CC5DA344-5FA2-43F7-9D95-CA56C82B080A}" type="slidenum">
              <a:rPr lang="ru-RU" smtClean="0"/>
              <a:t>7</a:t>
            </a:fld>
            <a:endParaRPr lang="ru-RU" dirty="0"/>
          </a:p>
        </p:txBody>
      </p:sp>
    </p:spTree>
    <p:extLst>
      <p:ext uri="{BB962C8B-B14F-4D97-AF65-F5344CB8AC3E}">
        <p14:creationId xmlns:p14="http://schemas.microsoft.com/office/powerpoint/2010/main" val="1313255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66F66-03DC-0917-2870-DD230A377F0A}"/>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2F9E432-A03B-17E7-248E-CC142CB4B0E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000781E-72A3-C7DD-F4BB-4D1A90B84CB4}"/>
              </a:ext>
            </a:extLst>
          </p:cNvPr>
          <p:cNvSpPr>
            <a:spLocks noGrp="1"/>
          </p:cNvSpPr>
          <p:nvPr>
            <p:ph type="body" idx="1"/>
          </p:nvPr>
        </p:nvSpPr>
        <p:spPr/>
        <p:txBody>
          <a:bodyPr rtlCol="0"/>
          <a:lstStyle/>
          <a:p>
            <a:pPr rtl="0"/>
            <a:endParaRPr lang="ru-RU" dirty="0"/>
          </a:p>
        </p:txBody>
      </p:sp>
      <p:sp>
        <p:nvSpPr>
          <p:cNvPr id="4" name="Номер слайда 3">
            <a:extLst>
              <a:ext uri="{FF2B5EF4-FFF2-40B4-BE49-F238E27FC236}">
                <a16:creationId xmlns:a16="http://schemas.microsoft.com/office/drawing/2014/main" id="{78FAC091-69B2-74FA-811D-A24D084F1994}"/>
              </a:ext>
            </a:extLst>
          </p:cNvPr>
          <p:cNvSpPr>
            <a:spLocks noGrp="1"/>
          </p:cNvSpPr>
          <p:nvPr>
            <p:ph type="sldNum" sz="quarter" idx="5"/>
          </p:nvPr>
        </p:nvSpPr>
        <p:spPr/>
        <p:txBody>
          <a:bodyPr rtlCol="0"/>
          <a:lstStyle/>
          <a:p>
            <a:pPr rtl="0"/>
            <a:fld id="{CC5DA344-5FA2-43F7-9D95-CA56C82B080A}" type="slidenum">
              <a:rPr lang="ru-RU" smtClean="0"/>
              <a:t>9</a:t>
            </a:fld>
            <a:endParaRPr lang="ru-RU" dirty="0"/>
          </a:p>
        </p:txBody>
      </p:sp>
    </p:spTree>
    <p:extLst>
      <p:ext uri="{BB962C8B-B14F-4D97-AF65-F5344CB8AC3E}">
        <p14:creationId xmlns:p14="http://schemas.microsoft.com/office/powerpoint/2010/main" val="801099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0BD54-9C71-6CD1-CC8A-9EA5EC7C88D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BAF84CE-E7CC-6CCF-F775-329C30B9F716}"/>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FA3C03A0-627A-3DB6-481E-EE511D294114}"/>
              </a:ext>
            </a:extLst>
          </p:cNvPr>
          <p:cNvSpPr>
            <a:spLocks noGrp="1"/>
          </p:cNvSpPr>
          <p:nvPr>
            <p:ph type="body" idx="1"/>
          </p:nvPr>
        </p:nvSpPr>
        <p:spPr/>
        <p:txBody>
          <a:bodyPr rtlCol="0"/>
          <a:lstStyle/>
          <a:p>
            <a:pPr rtl="0"/>
            <a:endParaRPr lang="ru-RU" dirty="0"/>
          </a:p>
        </p:txBody>
      </p:sp>
      <p:sp>
        <p:nvSpPr>
          <p:cNvPr id="4" name="Номер слайда 3">
            <a:extLst>
              <a:ext uri="{FF2B5EF4-FFF2-40B4-BE49-F238E27FC236}">
                <a16:creationId xmlns:a16="http://schemas.microsoft.com/office/drawing/2014/main" id="{54CF86CE-99E8-F4F2-D695-12B2E981FEF9}"/>
              </a:ext>
            </a:extLst>
          </p:cNvPr>
          <p:cNvSpPr>
            <a:spLocks noGrp="1"/>
          </p:cNvSpPr>
          <p:nvPr>
            <p:ph type="sldNum" sz="quarter" idx="5"/>
          </p:nvPr>
        </p:nvSpPr>
        <p:spPr/>
        <p:txBody>
          <a:bodyPr rtlCol="0"/>
          <a:lstStyle/>
          <a:p>
            <a:pPr rtl="0"/>
            <a:fld id="{CC5DA344-5FA2-43F7-9D95-CA56C82B080A}" type="slidenum">
              <a:rPr lang="ru-RU" smtClean="0"/>
              <a:t>11</a:t>
            </a:fld>
            <a:endParaRPr lang="ru-RU" dirty="0"/>
          </a:p>
        </p:txBody>
      </p:sp>
    </p:spTree>
    <p:extLst>
      <p:ext uri="{BB962C8B-B14F-4D97-AF65-F5344CB8AC3E}">
        <p14:creationId xmlns:p14="http://schemas.microsoft.com/office/powerpoint/2010/main" val="989877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dirty="0"/>
          </a:p>
        </p:txBody>
      </p:sp>
      <p:sp>
        <p:nvSpPr>
          <p:cNvPr id="4" name="Номер слайда 3"/>
          <p:cNvSpPr>
            <a:spLocks noGrp="1"/>
          </p:cNvSpPr>
          <p:nvPr>
            <p:ph type="sldNum" sz="quarter" idx="5"/>
          </p:nvPr>
        </p:nvSpPr>
        <p:spPr/>
        <p:txBody>
          <a:bodyPr rtlCol="0"/>
          <a:lstStyle/>
          <a:p>
            <a:pPr rtl="0"/>
            <a:fld id="{CC5DA344-5FA2-43F7-9D95-CA56C82B080A}" type="slidenum">
              <a:rPr lang="ru-RU" smtClean="0"/>
              <a:t>13</a:t>
            </a:fld>
            <a:endParaRPr lang="ru-RU" dirty="0"/>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Прямая соединительная линия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Заголовок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rtlCol="0" anchor="b" anchorCtr="0">
            <a:noAutofit/>
          </a:bodyPr>
          <a:lstStyle>
            <a:lvl1pPr algn="l">
              <a:defRPr sz="4400" cap="all" baseline="0">
                <a:solidFill>
                  <a:schemeClr val="accent1"/>
                </a:solidFill>
              </a:defRPr>
            </a:lvl1pPr>
          </a:lstStyle>
          <a:p>
            <a:pPr rtl="0"/>
            <a:r>
              <a:rPr lang="ru-RU" noProof="0" dirty="0"/>
              <a:t>Заголовок слайда</a:t>
            </a:r>
          </a:p>
        </p:txBody>
      </p:sp>
      <p:sp>
        <p:nvSpPr>
          <p:cNvPr id="13" name="Рисунок 12">
            <a:extLst>
              <a:ext uri="{FF2B5EF4-FFF2-40B4-BE49-F238E27FC236}">
                <a16:creationId xmlns:a16="http://schemas.microsoft.com/office/drawing/2014/main" id="{B64FCBF4-90E6-FFAA-143D-3A01CE52569B}"/>
              </a:ext>
            </a:extLst>
          </p:cNvPr>
          <p:cNvSpPr>
            <a:spLocks noGrp="1"/>
          </p:cNvSpPr>
          <p:nvPr>
            <p:ph type="pic" sz="quarter" idx="10" hasCustomPrompt="1"/>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rtlCol="0">
            <a:normAutofit/>
          </a:bodyPr>
          <a:lstStyle>
            <a:lvl1pPr marL="0" indent="0" algn="r">
              <a:buNone/>
              <a:defRPr sz="2000"/>
            </a:lvl1pPr>
          </a:lstStyle>
          <a:p>
            <a:pPr rtl="0"/>
            <a:r>
              <a:rPr lang="ru-RU" noProof="0" dirty="0"/>
              <a:t>Щелкните значок, чтобы добавить фото</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Содержимое 2">
    <p:spTree>
      <p:nvGrpSpPr>
        <p:cNvPr id="1" name=""/>
        <p:cNvGrpSpPr/>
        <p:nvPr/>
      </p:nvGrpSpPr>
      <p:grpSpPr>
        <a:xfrm>
          <a:off x="0" y="0"/>
          <a:ext cx="0" cy="0"/>
          <a:chOff x="0" y="0"/>
          <a:chExt cx="0" cy="0"/>
        </a:xfrm>
      </p:grpSpPr>
      <p:sp>
        <p:nvSpPr>
          <p:cNvPr id="7" name="Полилиния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dirty="0"/>
          </a:p>
        </p:txBody>
      </p:sp>
      <p:cxnSp>
        <p:nvCxnSpPr>
          <p:cNvPr id="8" name="Прямая соединительная линия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rtlCol="0">
            <a:noAutofit/>
          </a:bodyPr>
          <a:lstStyle/>
          <a:p>
            <a:pPr rtl="0"/>
            <a:r>
              <a:rPr lang="ru-RU" noProof="0" dirty="0"/>
              <a:t>Заголовок слайда</a:t>
            </a:r>
          </a:p>
        </p:txBody>
      </p:sp>
      <p:sp>
        <p:nvSpPr>
          <p:cNvPr id="3" name="Объект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rtlCol="0"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14" name="Рисунок 13">
            <a:extLst>
              <a:ext uri="{FF2B5EF4-FFF2-40B4-BE49-F238E27FC236}">
                <a16:creationId xmlns:a16="http://schemas.microsoft.com/office/drawing/2014/main" id="{760CD5A6-A0E4-A658-65B1-0D6C0533166A}"/>
              </a:ext>
            </a:extLst>
          </p:cNvPr>
          <p:cNvSpPr>
            <a:spLocks noGrp="1"/>
          </p:cNvSpPr>
          <p:nvPr>
            <p:ph type="pic" sz="quarter" idx="13" hasCustomPrompt="1"/>
          </p:nvPr>
        </p:nvSpPr>
        <p:spPr>
          <a:xfrm>
            <a:off x="9548813" y="-22860"/>
            <a:ext cx="2651760" cy="6903720"/>
          </a:xfrm>
        </p:spPr>
        <p:txBody>
          <a:bodyPr lIns="182880" tIns="274320" rIns="182880" rtlCol="0">
            <a:normAutofit/>
          </a:bodyPr>
          <a:lstStyle>
            <a:lvl1pPr marL="0" indent="0" algn="ctr">
              <a:buNone/>
              <a:defRPr sz="2000"/>
            </a:lvl1pPr>
          </a:lstStyle>
          <a:p>
            <a:pPr rtl="0"/>
            <a:r>
              <a:rPr lang="ru-RU" noProof="0" dirty="0"/>
              <a:t>Щелкните значок, чтобы добавить фото</a:t>
            </a:r>
          </a:p>
        </p:txBody>
      </p:sp>
      <p:sp>
        <p:nvSpPr>
          <p:cNvPr id="4" name="Дата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p>
            <a:pPr rtl="0"/>
            <a:fld id="{173D3A09-8B2A-4EA5-ABC6-B2E051E1EA02}" type="datetime1">
              <a:rPr lang="ru-RU" noProof="0" smtClean="0"/>
              <a:t>07.12.2025</a:t>
            </a:fld>
            <a:endParaRPr lang="ru-RU" noProof="0" dirty="0"/>
          </a:p>
        </p:txBody>
      </p:sp>
      <p:sp>
        <p:nvSpPr>
          <p:cNvPr id="5" name="Нижний колонтитул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p>
            <a:pPr rtl="0"/>
            <a:endParaRPr lang="ru-RU" noProof="0" dirty="0"/>
          </a:p>
        </p:txBody>
      </p:sp>
      <p:sp>
        <p:nvSpPr>
          <p:cNvPr id="6" name="Номер слайда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 рисунок">
    <p:spTree>
      <p:nvGrpSpPr>
        <p:cNvPr id="1" name=""/>
        <p:cNvGrpSpPr/>
        <p:nvPr/>
      </p:nvGrpSpPr>
      <p:grpSpPr>
        <a:xfrm>
          <a:off x="0" y="0"/>
          <a:ext cx="0" cy="0"/>
          <a:chOff x="0" y="0"/>
          <a:chExt cx="0" cy="0"/>
        </a:xfrm>
      </p:grpSpPr>
      <p:cxnSp>
        <p:nvCxnSpPr>
          <p:cNvPr id="2" name="Прямая соединительная линия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Прямая соединительная линия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rtlCol="0" anchor="b">
            <a:noAutofit/>
          </a:bodyPr>
          <a:lstStyle>
            <a:lvl1pPr algn="ctr">
              <a:defRPr sz="4400"/>
            </a:lvl1pPr>
          </a:lstStyle>
          <a:p>
            <a:pPr rtl="0"/>
            <a:r>
              <a:rPr lang="ru-RU" noProof="0" dirty="0"/>
              <a:t>Заголовок слайда</a:t>
            </a:r>
          </a:p>
        </p:txBody>
      </p:sp>
      <p:sp>
        <p:nvSpPr>
          <p:cNvPr id="8" name="Рисунок 7">
            <a:extLst>
              <a:ext uri="{FF2B5EF4-FFF2-40B4-BE49-F238E27FC236}">
                <a16:creationId xmlns:a16="http://schemas.microsoft.com/office/drawing/2014/main" id="{E592AF4F-2F83-7005-B3AC-6FCC7FB19140}"/>
              </a:ext>
            </a:extLst>
          </p:cNvPr>
          <p:cNvSpPr>
            <a:spLocks noGrp="1"/>
          </p:cNvSpPr>
          <p:nvPr>
            <p:ph type="pic" sz="quarter" idx="13" hasCustomPrompt="1"/>
          </p:nvPr>
        </p:nvSpPr>
        <p:spPr>
          <a:xfrm>
            <a:off x="-7620" y="4766434"/>
            <a:ext cx="12207240" cy="2121408"/>
          </a:xfrm>
        </p:spPr>
        <p:txBody>
          <a:bodyPr rtlCol="0">
            <a:noAutofit/>
          </a:bodyPr>
          <a:lstStyle>
            <a:lvl1pPr marL="0" indent="0" algn="ctr">
              <a:buNone/>
              <a:defRPr sz="2000"/>
            </a:lvl1pPr>
          </a:lstStyle>
          <a:p>
            <a:pPr rtl="0"/>
            <a:r>
              <a:rPr lang="ru-RU" noProof="0" dirty="0"/>
              <a:t>Щелкните значок, чтобы добавить фото</a:t>
            </a: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Заголовок + подзаголовок + рисунок">
    <p:spTree>
      <p:nvGrpSpPr>
        <p:cNvPr id="1" name=""/>
        <p:cNvGrpSpPr/>
        <p:nvPr/>
      </p:nvGrpSpPr>
      <p:grpSpPr>
        <a:xfrm>
          <a:off x="0" y="0"/>
          <a:ext cx="0" cy="0"/>
          <a:chOff x="0" y="0"/>
          <a:chExt cx="0" cy="0"/>
        </a:xfrm>
      </p:grpSpPr>
      <p:cxnSp>
        <p:nvCxnSpPr>
          <p:cNvPr id="8" name="Прямая соединительная линия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rtlCol="0" anchor="b">
            <a:noAutofit/>
          </a:bodyPr>
          <a:lstStyle>
            <a:lvl1pPr algn="l">
              <a:defRPr sz="4400"/>
            </a:lvl1pPr>
          </a:lstStyle>
          <a:p>
            <a:pPr rtl="0"/>
            <a:endParaRPr lang="ru-RU" noProof="0" dirty="0"/>
          </a:p>
        </p:txBody>
      </p:sp>
      <p:sp>
        <p:nvSpPr>
          <p:cNvPr id="3" name="Подзаголовок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rtlCol="0">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dirty="0"/>
              <a:t>Подзаголовок слайда</a:t>
            </a:r>
          </a:p>
        </p:txBody>
      </p:sp>
      <p:sp>
        <p:nvSpPr>
          <p:cNvPr id="7" name="Рисунок 7">
            <a:extLst>
              <a:ext uri="{FF2B5EF4-FFF2-40B4-BE49-F238E27FC236}">
                <a16:creationId xmlns:a16="http://schemas.microsoft.com/office/drawing/2014/main" id="{AA872EE9-FDFB-95A7-3547-DCAA0B51FE21}"/>
              </a:ext>
            </a:extLst>
          </p:cNvPr>
          <p:cNvSpPr>
            <a:spLocks noGrp="1"/>
          </p:cNvSpPr>
          <p:nvPr>
            <p:ph type="pic" sz="quarter" idx="13" hasCustomPrompt="1"/>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rtlCol="0">
            <a:normAutofit/>
          </a:bodyPr>
          <a:lstStyle>
            <a:lvl1pPr marL="0" indent="0" algn="r">
              <a:buNone/>
              <a:defRPr sz="2000"/>
            </a:lvl1pPr>
          </a:lstStyle>
          <a:p>
            <a:pPr rtl="0"/>
            <a:r>
              <a:rPr lang="ru-RU" noProof="0" dirty="0"/>
              <a:t>Щелкните значок, чтобы добавить фото</a:t>
            </a:r>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Содержимое 1">
    <p:spTree>
      <p:nvGrpSpPr>
        <p:cNvPr id="1" name=""/>
        <p:cNvGrpSpPr/>
        <p:nvPr/>
      </p:nvGrpSpPr>
      <p:grpSpPr>
        <a:xfrm>
          <a:off x="0" y="0"/>
          <a:ext cx="0" cy="0"/>
          <a:chOff x="0" y="0"/>
          <a:chExt cx="0" cy="0"/>
        </a:xfrm>
      </p:grpSpPr>
      <p:cxnSp>
        <p:nvCxnSpPr>
          <p:cNvPr id="7" name="Прямая соединительная линия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rtlCol="0" anchor="b" anchorCtr="0">
            <a:noAutofit/>
          </a:bodyPr>
          <a:lstStyle>
            <a:lvl1pPr>
              <a:defRPr sz="3600"/>
            </a:lvl1pPr>
          </a:lstStyle>
          <a:p>
            <a:pPr rtl="0"/>
            <a:r>
              <a:rPr lang="ru-RU" noProof="0" dirty="0"/>
              <a:t>Заголовок слайда</a:t>
            </a:r>
          </a:p>
        </p:txBody>
      </p:sp>
      <p:sp>
        <p:nvSpPr>
          <p:cNvPr id="12" name="Рисунок 11">
            <a:extLst>
              <a:ext uri="{FF2B5EF4-FFF2-40B4-BE49-F238E27FC236}">
                <a16:creationId xmlns:a16="http://schemas.microsoft.com/office/drawing/2014/main" id="{1FB27827-7491-B1C2-D9C5-975A9FF66EC1}"/>
              </a:ext>
            </a:extLst>
          </p:cNvPr>
          <p:cNvSpPr>
            <a:spLocks noGrp="1"/>
          </p:cNvSpPr>
          <p:nvPr>
            <p:ph type="pic" sz="quarter" idx="10" hasCustomPrompt="1"/>
          </p:nvPr>
        </p:nvSpPr>
        <p:spPr>
          <a:xfrm>
            <a:off x="-18788" y="-22860"/>
            <a:ext cx="3291840" cy="6903720"/>
          </a:xfrm>
        </p:spPr>
        <p:txBody>
          <a:bodyPr lIns="182880" tIns="274320" rIns="182880" rtlCol="0">
            <a:normAutofit/>
          </a:bodyPr>
          <a:lstStyle>
            <a:lvl1pPr marL="0" indent="0" algn="ctr">
              <a:buNone/>
              <a:defRPr sz="2000"/>
            </a:lvl1pPr>
          </a:lstStyle>
          <a:p>
            <a:pPr rtl="0"/>
            <a:r>
              <a:rPr lang="ru-RU" noProof="0" dirty="0"/>
              <a:t>Щелкните значок, чтобы добавить фото</a:t>
            </a:r>
          </a:p>
        </p:txBody>
      </p:sp>
      <p:sp>
        <p:nvSpPr>
          <p:cNvPr id="11" name="Объект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rtlCol="0">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Заголовок + подзаголовок">
    <p:spTree>
      <p:nvGrpSpPr>
        <p:cNvPr id="1" name=""/>
        <p:cNvGrpSpPr/>
        <p:nvPr/>
      </p:nvGrpSpPr>
      <p:grpSpPr>
        <a:xfrm>
          <a:off x="0" y="0"/>
          <a:ext cx="0" cy="0"/>
          <a:chOff x="0" y="0"/>
          <a:chExt cx="0" cy="0"/>
        </a:xfrm>
      </p:grpSpPr>
      <p:sp>
        <p:nvSpPr>
          <p:cNvPr id="7" name="Полилиния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dirty="0">
              <a:ln>
                <a:noFill/>
              </a:ln>
            </a:endParaRPr>
          </a:p>
        </p:txBody>
      </p:sp>
      <p:cxnSp>
        <p:nvCxnSpPr>
          <p:cNvPr id="8" name="Прямая соединительная линия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rtlCol="0" anchor="b">
            <a:noAutofit/>
          </a:bodyPr>
          <a:lstStyle>
            <a:lvl1pPr algn="ctr">
              <a:defRPr sz="4400"/>
            </a:lvl1pPr>
          </a:lstStyle>
          <a:p>
            <a:pPr rtl="0"/>
            <a:r>
              <a:rPr lang="ru-RU" noProof="0" dirty="0"/>
              <a:t>Заголовок слайда</a:t>
            </a:r>
          </a:p>
        </p:txBody>
      </p:sp>
      <p:sp>
        <p:nvSpPr>
          <p:cNvPr id="3" name="Подзаголовок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rtlCol="0">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dirty="0"/>
              <a:t>Подзаголовок слайда</a:t>
            </a:r>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Два объекта содержимого 1">
    <p:spTree>
      <p:nvGrpSpPr>
        <p:cNvPr id="1" name=""/>
        <p:cNvGrpSpPr/>
        <p:nvPr/>
      </p:nvGrpSpPr>
      <p:grpSpPr>
        <a:xfrm>
          <a:off x="0" y="0"/>
          <a:ext cx="0" cy="0"/>
          <a:chOff x="0" y="0"/>
          <a:chExt cx="0" cy="0"/>
        </a:xfrm>
      </p:grpSpPr>
      <p:cxnSp>
        <p:nvCxnSpPr>
          <p:cNvPr id="8" name="Прямая соединительная линия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b" anchorCtr="0">
            <a:noAutofit/>
          </a:bodyPr>
          <a:lstStyle>
            <a:lvl1pPr>
              <a:defRPr sz="3600"/>
            </a:lvl1pPr>
          </a:lstStyle>
          <a:p>
            <a:pPr rtl="0"/>
            <a:r>
              <a:rPr lang="ru-RU" noProof="0" dirty="0"/>
              <a:t>Заголовок слайда</a:t>
            </a:r>
          </a:p>
        </p:txBody>
      </p:sp>
      <p:sp>
        <p:nvSpPr>
          <p:cNvPr id="17" name="Объект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rtlCol="0">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15" name="Объект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rtlCol="0">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Дата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61D972B9-D29C-4410-9572-A3CF43EFF749}" type="datetime1">
              <a:rPr lang="ru-RU" noProof="0" smtClean="0"/>
              <a:t>07.12.2025</a:t>
            </a:fld>
            <a:endParaRPr lang="ru-RU" noProof="0" dirty="0"/>
          </a:p>
        </p:txBody>
      </p:sp>
      <p:sp>
        <p:nvSpPr>
          <p:cNvPr id="6" name="Нижний колонтитул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ru-RU" noProof="0" dirty="0"/>
          </a:p>
        </p:txBody>
      </p:sp>
      <p:sp>
        <p:nvSpPr>
          <p:cNvPr id="7" name="Номер слайда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Два объекта содержимого 2">
    <p:spTree>
      <p:nvGrpSpPr>
        <p:cNvPr id="1" name=""/>
        <p:cNvGrpSpPr/>
        <p:nvPr/>
      </p:nvGrpSpPr>
      <p:grpSpPr>
        <a:xfrm>
          <a:off x="0" y="0"/>
          <a:ext cx="0" cy="0"/>
          <a:chOff x="0" y="0"/>
          <a:chExt cx="0" cy="0"/>
        </a:xfrm>
      </p:grpSpPr>
      <p:cxnSp>
        <p:nvCxnSpPr>
          <p:cNvPr id="8" name="Прямая соединительная линия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b" anchorCtr="0">
            <a:noAutofit/>
          </a:bodyPr>
          <a:lstStyle>
            <a:lvl1pPr>
              <a:defRPr sz="3600"/>
            </a:lvl1pPr>
          </a:lstStyle>
          <a:p>
            <a:pPr rtl="0"/>
            <a:r>
              <a:rPr lang="ru-RU" noProof="0" dirty="0"/>
              <a:t>Заголовок слайда</a:t>
            </a:r>
          </a:p>
        </p:txBody>
      </p:sp>
      <p:sp>
        <p:nvSpPr>
          <p:cNvPr id="17" name="Объект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rtlCol="0">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16" name="Объект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rtlCol="0">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Дата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4BE0F14A-E99F-4269-9F1E-1866BA5B80FE}" type="datetime1">
              <a:rPr lang="ru-RU" noProof="0" smtClean="0"/>
              <a:t>07.12.2025</a:t>
            </a:fld>
            <a:endParaRPr lang="ru-RU" noProof="0" dirty="0"/>
          </a:p>
        </p:txBody>
      </p:sp>
      <p:sp>
        <p:nvSpPr>
          <p:cNvPr id="6" name="Нижний колонтитул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ru-RU" noProof="0" dirty="0"/>
          </a:p>
        </p:txBody>
      </p:sp>
      <p:sp>
        <p:nvSpPr>
          <p:cNvPr id="7" name="Номер слайда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Содержимое + рисунок ">
    <p:spTree>
      <p:nvGrpSpPr>
        <p:cNvPr id="1" name=""/>
        <p:cNvGrpSpPr/>
        <p:nvPr/>
      </p:nvGrpSpPr>
      <p:grpSpPr>
        <a:xfrm>
          <a:off x="0" y="0"/>
          <a:ext cx="0" cy="0"/>
          <a:chOff x="0" y="0"/>
          <a:chExt cx="0" cy="0"/>
        </a:xfrm>
      </p:grpSpPr>
      <p:cxnSp>
        <p:nvCxnSpPr>
          <p:cNvPr id="4" name="Прямая соединительная линия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rtlCol="0" anchor="b" anchorCtr="0">
            <a:noAutofit/>
          </a:bodyPr>
          <a:lstStyle>
            <a:lvl1pPr>
              <a:defRPr sz="3600"/>
            </a:lvl1pPr>
          </a:lstStyle>
          <a:p>
            <a:pPr rtl="0"/>
            <a:endParaRPr lang="ru-RU" noProof="0" dirty="0"/>
          </a:p>
        </p:txBody>
      </p:sp>
      <p:sp>
        <p:nvSpPr>
          <p:cNvPr id="3" name="Объект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rtlCol="0">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8" name="Рисунок 7">
            <a:extLst>
              <a:ext uri="{FF2B5EF4-FFF2-40B4-BE49-F238E27FC236}">
                <a16:creationId xmlns:a16="http://schemas.microsoft.com/office/drawing/2014/main" id="{BC013AD6-0EF3-2B25-DDBD-2DF706123AEE}"/>
              </a:ext>
            </a:extLst>
          </p:cNvPr>
          <p:cNvSpPr>
            <a:spLocks noGrp="1"/>
          </p:cNvSpPr>
          <p:nvPr>
            <p:ph type="pic" sz="quarter" idx="13" hasCustomPrompt="1"/>
          </p:nvPr>
        </p:nvSpPr>
        <p:spPr>
          <a:xfrm>
            <a:off x="7566991" y="-22860"/>
            <a:ext cx="4625008" cy="6903720"/>
          </a:xfrm>
        </p:spPr>
        <p:txBody>
          <a:bodyPr tIns="274320" rtlCol="0">
            <a:normAutofit/>
          </a:bodyPr>
          <a:lstStyle>
            <a:lvl1pPr marL="0" indent="0" algn="ctr">
              <a:buNone/>
              <a:defRPr sz="2000"/>
            </a:lvl1pPr>
          </a:lstStyle>
          <a:p>
            <a:pPr rtl="0"/>
            <a:r>
              <a:rPr lang="ru-RU" noProof="0" dirty="0"/>
              <a:t>Щелкните значок, чтобы добавить фото</a:t>
            </a:r>
          </a:p>
        </p:txBody>
      </p:sp>
      <p:sp>
        <p:nvSpPr>
          <p:cNvPr id="5" name="Дата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27690398-C035-4147-AA8E-E91FCBDCC4C1}" type="datetime1">
              <a:rPr lang="ru-RU" noProof="0" smtClean="0"/>
              <a:t>07.12.2025</a:t>
            </a:fld>
            <a:endParaRPr lang="ru-RU" noProof="0" dirty="0"/>
          </a:p>
        </p:txBody>
      </p:sp>
      <p:sp>
        <p:nvSpPr>
          <p:cNvPr id="6" name="Нижний колонтитул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ru-RU" noProof="0" dirty="0"/>
          </a:p>
        </p:txBody>
      </p:sp>
      <p:sp>
        <p:nvSpPr>
          <p:cNvPr id="7" name="Номер слайда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Содержимое + таблица">
    <p:spTree>
      <p:nvGrpSpPr>
        <p:cNvPr id="1" name=""/>
        <p:cNvGrpSpPr/>
        <p:nvPr/>
      </p:nvGrpSpPr>
      <p:grpSpPr>
        <a:xfrm>
          <a:off x="0" y="0"/>
          <a:ext cx="0" cy="0"/>
          <a:chOff x="0" y="0"/>
          <a:chExt cx="0" cy="0"/>
        </a:xfrm>
      </p:grpSpPr>
      <p:cxnSp>
        <p:nvCxnSpPr>
          <p:cNvPr id="4" name="Прямая соединительная линия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rtlCol="0" anchor="b" anchorCtr="0">
            <a:noAutofit/>
          </a:bodyPr>
          <a:lstStyle>
            <a:lvl1pPr>
              <a:defRPr sz="3600"/>
            </a:lvl1pPr>
          </a:lstStyle>
          <a:p>
            <a:pPr rtl="0"/>
            <a:r>
              <a:rPr lang="ru-RU" noProof="0" dirty="0"/>
              <a:t>Заголовок слайда</a:t>
            </a:r>
          </a:p>
        </p:txBody>
      </p:sp>
      <p:sp>
        <p:nvSpPr>
          <p:cNvPr id="3" name="Объект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rtlCol="0">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8" name="Местозаполнитель таблицы 7">
            <a:extLst>
              <a:ext uri="{FF2B5EF4-FFF2-40B4-BE49-F238E27FC236}">
                <a16:creationId xmlns:a16="http://schemas.microsoft.com/office/drawing/2014/main" id="{423FEB60-8FB5-7F10-EDD7-8AB4B3139EF6}"/>
              </a:ext>
            </a:extLst>
          </p:cNvPr>
          <p:cNvSpPr>
            <a:spLocks noGrp="1"/>
          </p:cNvSpPr>
          <p:nvPr>
            <p:ph type="tbl" sz="quarter" idx="13" hasCustomPrompt="1"/>
          </p:nvPr>
        </p:nvSpPr>
        <p:spPr>
          <a:xfrm>
            <a:off x="4109014" y="2137059"/>
            <a:ext cx="7059592" cy="3986245"/>
          </a:xfrm>
        </p:spPr>
        <p:txBody>
          <a:bodyPr rtlCol="0">
            <a:normAutofit/>
          </a:bodyPr>
          <a:lstStyle>
            <a:lvl1pPr marL="0" indent="0" algn="ctr">
              <a:buNone/>
              <a:defRPr lang="en-US" sz="2000" dirty="0"/>
            </a:lvl1pPr>
          </a:lstStyle>
          <a:p>
            <a:pPr rtl="0"/>
            <a:r>
              <a:rPr lang="ru-RU" noProof="0" dirty="0"/>
              <a:t>Щелкните значок, чтобы добавить таблицу</a:t>
            </a:r>
          </a:p>
        </p:txBody>
      </p:sp>
      <p:sp>
        <p:nvSpPr>
          <p:cNvPr id="5" name="Дата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074ADA34-82FD-4BF1-AEA8-F535C18F9BCC}" type="datetime1">
              <a:rPr lang="ru-RU" noProof="0" smtClean="0"/>
              <a:t>07.12.2025</a:t>
            </a:fld>
            <a:endParaRPr lang="ru-RU" noProof="0" dirty="0"/>
          </a:p>
        </p:txBody>
      </p:sp>
      <p:sp>
        <p:nvSpPr>
          <p:cNvPr id="6" name="Нижний колонтитул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ru-RU" noProof="0" dirty="0"/>
          </a:p>
        </p:txBody>
      </p:sp>
      <p:sp>
        <p:nvSpPr>
          <p:cNvPr id="7" name="Номер слайда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Два объекта содержимого 3">
    <p:spTree>
      <p:nvGrpSpPr>
        <p:cNvPr id="1" name=""/>
        <p:cNvGrpSpPr/>
        <p:nvPr/>
      </p:nvGrpSpPr>
      <p:grpSpPr>
        <a:xfrm>
          <a:off x="0" y="0"/>
          <a:ext cx="0" cy="0"/>
          <a:chOff x="0" y="0"/>
          <a:chExt cx="0" cy="0"/>
        </a:xfrm>
      </p:grpSpPr>
      <p:cxnSp>
        <p:nvCxnSpPr>
          <p:cNvPr id="8" name="Прямая соединительная линия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b" anchorCtr="0">
            <a:noAutofit/>
          </a:bodyPr>
          <a:lstStyle>
            <a:lvl1pPr>
              <a:defRPr sz="3600"/>
            </a:lvl1pPr>
          </a:lstStyle>
          <a:p>
            <a:pPr rtl="0"/>
            <a:r>
              <a:rPr lang="ru-RU" noProof="0" dirty="0"/>
              <a:t>Заголовок слайда</a:t>
            </a:r>
          </a:p>
        </p:txBody>
      </p:sp>
      <p:sp>
        <p:nvSpPr>
          <p:cNvPr id="15" name="Объект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rtlCol="0">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Объект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rtlCol="0">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Дата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72BB5977-0A28-4AB9-98DC-E6F33870A0AF}" type="datetime1">
              <a:rPr lang="ru-RU" noProof="0" smtClean="0"/>
              <a:t>07.12.2025</a:t>
            </a:fld>
            <a:endParaRPr lang="ru-RU" noProof="0" dirty="0"/>
          </a:p>
        </p:txBody>
      </p:sp>
      <p:sp>
        <p:nvSpPr>
          <p:cNvPr id="6" name="Нижний колонтитул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ru-RU" noProof="0" dirty="0"/>
          </a:p>
        </p:txBody>
      </p:sp>
      <p:sp>
        <p:nvSpPr>
          <p:cNvPr id="7" name="Номер слайда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Таблица">
    <p:spTree>
      <p:nvGrpSpPr>
        <p:cNvPr id="1" name=""/>
        <p:cNvGrpSpPr/>
        <p:nvPr/>
      </p:nvGrpSpPr>
      <p:grpSpPr>
        <a:xfrm>
          <a:off x="0" y="0"/>
          <a:ext cx="0" cy="0"/>
          <a:chOff x="0" y="0"/>
          <a:chExt cx="0" cy="0"/>
        </a:xfrm>
      </p:grpSpPr>
      <p:cxnSp>
        <p:nvCxnSpPr>
          <p:cNvPr id="3" name="Прямая соединительная линия 2">
            <a:extLst>
              <a:ext uri="{FF2B5EF4-FFF2-40B4-BE49-F238E27FC236}">
                <a16:creationId xmlns:a16="http://schemas.microsoft.com/office/drawing/2014/main" id="{37588714-FE55-FCEF-78C2-2A4D11ECD7FD}"/>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BAF6BF02-4CD8-261B-BE58-05677EB947E9}"/>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61AF1F17-7A1F-BCA2-15C0-417928B4E78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FF0ADE0B-D150-E72B-EE9A-E5EFDBC6F01E}"/>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BBCDD5A-A3C4-DF4F-74AD-CAF0F465BDA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49430AE4-C878-DFAB-EDA5-36B97176DE7A}"/>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F61487B2-0348-2FFC-03FB-6508B6FD36B3}"/>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rtlCol="0" anchor="b" anchorCtr="0">
            <a:noAutofit/>
          </a:bodyPr>
          <a:lstStyle>
            <a:lvl1pPr>
              <a:defRPr sz="3600"/>
            </a:lvl1pPr>
          </a:lstStyle>
          <a:p>
            <a:pPr rtl="0"/>
            <a:r>
              <a:rPr lang="ru-RU" noProof="0" dirty="0"/>
              <a:t>Заголовок слайда</a:t>
            </a:r>
          </a:p>
        </p:txBody>
      </p:sp>
      <p:sp>
        <p:nvSpPr>
          <p:cNvPr id="8" name="Таблица 7">
            <a:extLst>
              <a:ext uri="{FF2B5EF4-FFF2-40B4-BE49-F238E27FC236}">
                <a16:creationId xmlns:a16="http://schemas.microsoft.com/office/drawing/2014/main" id="{0CEAFE70-86D3-8690-31CA-F9A1FBA494D0}"/>
              </a:ext>
            </a:extLst>
          </p:cNvPr>
          <p:cNvSpPr>
            <a:spLocks noGrp="1"/>
          </p:cNvSpPr>
          <p:nvPr>
            <p:ph type="tbl" sz="quarter" idx="13" hasCustomPrompt="1"/>
          </p:nvPr>
        </p:nvSpPr>
        <p:spPr>
          <a:xfrm>
            <a:off x="838199" y="2125262"/>
            <a:ext cx="10515600" cy="3675944"/>
          </a:xfrm>
        </p:spPr>
        <p:txBody>
          <a:bodyPr rtlCol="0">
            <a:normAutofit/>
          </a:bodyPr>
          <a:lstStyle>
            <a:lvl1pPr marL="0" indent="0" algn="ctr">
              <a:buNone/>
              <a:defRPr sz="2000"/>
            </a:lvl1pPr>
          </a:lstStyle>
          <a:p>
            <a:pPr rtl="0"/>
            <a:r>
              <a:rPr lang="ru-RU" noProof="0" dirty="0"/>
              <a:t>Щелкните значок, чтобы добавить таблицу</a:t>
            </a:r>
          </a:p>
        </p:txBody>
      </p:sp>
      <p:sp>
        <p:nvSpPr>
          <p:cNvPr id="4" name="Дата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p>
            <a:pPr rtl="0"/>
            <a:fld id="{14261BD0-E7BF-49DD-9A22-152A48698AC6}" type="datetime1">
              <a:rPr lang="ru-RU" noProof="0" smtClean="0"/>
              <a:t>07.12.2025</a:t>
            </a:fld>
            <a:endParaRPr lang="ru-RU" noProof="0" dirty="0"/>
          </a:p>
        </p:txBody>
      </p:sp>
      <p:sp>
        <p:nvSpPr>
          <p:cNvPr id="5" name="Нижний колонтитул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p>
            <a:pPr rtl="0"/>
            <a:endParaRPr lang="ru-RU" noProof="0" dirty="0"/>
          </a:p>
        </p:txBody>
      </p:sp>
      <p:sp>
        <p:nvSpPr>
          <p:cNvPr id="6" name="Номер слайда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Содержимое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Прямая соединительная линия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Рисунок 13">
            <a:extLst>
              <a:ext uri="{FF2B5EF4-FFF2-40B4-BE49-F238E27FC236}">
                <a16:creationId xmlns:a16="http://schemas.microsoft.com/office/drawing/2014/main" id="{978AD50A-9C6A-454B-0CAD-EAB518440143}"/>
              </a:ext>
            </a:extLst>
          </p:cNvPr>
          <p:cNvSpPr>
            <a:spLocks noGrp="1"/>
          </p:cNvSpPr>
          <p:nvPr>
            <p:ph type="pic" sz="quarter" idx="10" hasCustomPrompt="1"/>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rtlCol="0">
            <a:normAutofit/>
          </a:bodyPr>
          <a:lstStyle>
            <a:lvl1pPr marL="0" indent="0">
              <a:buNone/>
              <a:defRPr sz="2000"/>
            </a:lvl1pPr>
          </a:lstStyle>
          <a:p>
            <a:pPr rtl="0"/>
            <a:r>
              <a:rPr lang="ru-RU" noProof="0" dirty="0"/>
              <a:t>Щелкните значок, чтобы добавить фото</a:t>
            </a:r>
          </a:p>
        </p:txBody>
      </p:sp>
      <p:sp>
        <p:nvSpPr>
          <p:cNvPr id="2" name="Заголовок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rtlCol="0" anchor="b">
            <a:noAutofit/>
          </a:bodyPr>
          <a:lstStyle/>
          <a:p>
            <a:pPr rtl="0"/>
            <a:endParaRPr lang="ru-RU" noProof="0" dirty="0"/>
          </a:p>
        </p:txBody>
      </p:sp>
      <p:sp>
        <p:nvSpPr>
          <p:cNvPr id="3" name="Объект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rtlCol="0"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rtl="0"/>
            <a:r>
              <a:rPr lang="ru-RU" noProof="0" dirty="0"/>
              <a:t>Текст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ru-RU" noProof="0" dirty="0"/>
              <a:t>Образец заголовка</a:t>
            </a:r>
          </a:p>
        </p:txBody>
      </p:sp>
      <p:sp>
        <p:nvSpPr>
          <p:cNvPr id="3" name="Текст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fld id="{954AD8BA-12A1-40A0-B5A6-C36392043198}" type="datetime1">
              <a:rPr lang="ru-RU" noProof="0" smtClean="0"/>
              <a:t>07.12.2025</a:t>
            </a:fld>
            <a:endParaRPr lang="ru-RU" noProof="0" dirty="0"/>
          </a:p>
        </p:txBody>
      </p:sp>
      <p:sp>
        <p:nvSpPr>
          <p:cNvPr id="5" name="Нижний колонтитул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endParaRPr lang="ru-RU" noProof="0" dirty="0"/>
          </a:p>
        </p:txBody>
      </p:sp>
      <p:sp>
        <p:nvSpPr>
          <p:cNvPr id="6" name="Номер слайда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CBD12358-51D2-46B3-9BDE-DF29528B9454}" type="slidenum">
              <a:rPr lang="ru-RU" noProof="0" smtClean="0"/>
              <a:t>‹#›</a:t>
            </a:fld>
            <a:endParaRPr lang="ru-RU" noProof="0"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hf sldNum="0" hdr="0" ftr="0" dt="0"/>
  <p:txStyles>
    <p:titleStyle>
      <a:lvl1pPr algn="l" defTabSz="914400" rtl="0" eaLnBrk="1" latinLnBrk="0" hangingPunct="1">
        <a:lnSpc>
          <a:spcPct val="90000"/>
        </a:lnSpc>
        <a:spcBef>
          <a:spcPct val="0"/>
        </a:spcBef>
        <a:buNone/>
        <a:defRPr sz="4000" i="1" kern="1200" cap="all" baseline="0">
          <a:solidFill>
            <a:schemeClr val="accent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6FEC93CF-2672-7D78-F278-58C5E012E0DF}"/>
              </a:ext>
            </a:extLst>
          </p:cNvPr>
          <p:cNvSpPr>
            <a:spLocks noGrp="1"/>
          </p:cNvSpPr>
          <p:nvPr>
            <p:ph type="ctrTitle"/>
          </p:nvPr>
        </p:nvSpPr>
        <p:spPr>
          <a:xfrm>
            <a:off x="171668" y="813030"/>
            <a:ext cx="7441442" cy="2217241"/>
          </a:xfrm>
        </p:spPr>
        <p:txBody>
          <a:bodyPr rtlCol="0"/>
          <a:lstStyle/>
          <a:p>
            <a:r>
              <a:rPr lang="ru" sz="4000" dirty="0">
                <a:latin typeface="Times New Roman"/>
                <a:cs typeface="Times New Roman"/>
              </a:rPr>
              <a:t>телекоммуникационные</a:t>
            </a:r>
            <a:r>
              <a:rPr lang="ru" sz="3600" dirty="0">
                <a:latin typeface="Times New Roman"/>
                <a:cs typeface="Times New Roman"/>
              </a:rPr>
              <a:t> </a:t>
            </a:r>
            <a:r>
              <a:rPr lang="ru" sz="4000" dirty="0">
                <a:latin typeface="Times New Roman"/>
                <a:cs typeface="Times New Roman"/>
              </a:rPr>
              <a:t>сети</a:t>
            </a:r>
            <a:r>
              <a:rPr lang="ru" sz="4000" i="0" dirty="0">
                <a:latin typeface="Times New Roman"/>
                <a:cs typeface="Times New Roman"/>
              </a:rPr>
              <a:t> различного типа.</a:t>
            </a:r>
            <a:br>
              <a:rPr lang="ru" sz="4000" i="0" dirty="0">
                <a:latin typeface="Times New Roman"/>
                <a:cs typeface="Times New Roman"/>
              </a:rPr>
            </a:br>
            <a:r>
              <a:rPr lang="ru" sz="4000" i="0" dirty="0">
                <a:latin typeface="Times New Roman"/>
                <a:cs typeface="Times New Roman"/>
              </a:rPr>
              <a:t>Их </a:t>
            </a:r>
            <a:r>
              <a:rPr lang="ru" sz="4000" i="0" u="sng" dirty="0">
                <a:latin typeface="Times New Roman"/>
                <a:cs typeface="Times New Roman"/>
              </a:rPr>
              <a:t>назначение</a:t>
            </a:r>
            <a:r>
              <a:rPr lang="ru" sz="4000" i="0" dirty="0">
                <a:latin typeface="Times New Roman"/>
                <a:cs typeface="Times New Roman"/>
              </a:rPr>
              <a:t> и </a:t>
            </a:r>
            <a:r>
              <a:rPr lang="ru" sz="4000" i="0" u="sng" dirty="0">
                <a:latin typeface="Times New Roman"/>
                <a:cs typeface="Times New Roman"/>
              </a:rPr>
              <a:t>возможности</a:t>
            </a:r>
            <a:r>
              <a:rPr lang="ru" sz="4000" i="0" dirty="0">
                <a:latin typeface="Times New Roman"/>
                <a:cs typeface="Times New Roman"/>
              </a:rPr>
              <a:t>.</a:t>
            </a:r>
            <a:endParaRPr lang="ru-RU" sz="4000" dirty="0">
              <a:cs typeface="Times New Roman"/>
            </a:endParaRPr>
          </a:p>
        </p:txBody>
      </p:sp>
      <p:sp>
        <p:nvSpPr>
          <p:cNvPr id="5" name="TextBox 4">
            <a:extLst>
              <a:ext uri="{FF2B5EF4-FFF2-40B4-BE49-F238E27FC236}">
                <a16:creationId xmlns:a16="http://schemas.microsoft.com/office/drawing/2014/main" id="{8AB5CA59-0160-4FAD-BF6C-C05B1BE19118}"/>
              </a:ext>
            </a:extLst>
          </p:cNvPr>
          <p:cNvSpPr txBox="1"/>
          <p:nvPr/>
        </p:nvSpPr>
        <p:spPr>
          <a:xfrm>
            <a:off x="173059" y="5107307"/>
            <a:ext cx="303455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2800" dirty="0" err="1"/>
              <a:t>Лупарев</a:t>
            </a:r>
            <a:r>
              <a:rPr lang="ru-RU" sz="2800" dirty="0"/>
              <a:t> Андрей </a:t>
            </a:r>
            <a:br>
              <a:rPr lang="ru-RU" sz="2800" dirty="0"/>
            </a:br>
            <a:r>
              <a:rPr lang="ru-RU" sz="2800" dirty="0"/>
              <a:t>10и3</a:t>
            </a:r>
          </a:p>
        </p:txBody>
      </p:sp>
      <p:pic>
        <p:nvPicPr>
          <p:cNvPr id="19" name="Рисунок 18" descr="Изображение выглядит как сфера, Мир, пространство, планета&#10;&#10;Содержимое, созданное искусственным интеллектом, может быть неверным.">
            <a:extLst>
              <a:ext uri="{FF2B5EF4-FFF2-40B4-BE49-F238E27FC236}">
                <a16:creationId xmlns:a16="http://schemas.microsoft.com/office/drawing/2014/main" id="{2825CDB9-DAFC-2808-1EFD-DE5F8186B32D}"/>
              </a:ext>
            </a:extLst>
          </p:cNvPr>
          <p:cNvPicPr>
            <a:picLocks noGrp="1" noChangeAspect="1"/>
          </p:cNvPicPr>
          <p:nvPr>
            <p:ph type="pic" sz="quarter" idx="10"/>
          </p:nvPr>
        </p:nvPicPr>
        <p:blipFill>
          <a:blip r:embed="rId3"/>
          <a:srcRect l="23164" r="23164"/>
          <a:stretch/>
        </p:blipFill>
        <p:spPr>
          <a:xfrm>
            <a:off x="6084214" y="-6713"/>
            <a:ext cx="6108156" cy="6860959"/>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ED3371-6DAC-29AF-8B88-F1DD44CF6FC8}"/>
              </a:ext>
            </a:extLst>
          </p:cNvPr>
          <p:cNvSpPr txBox="1"/>
          <p:nvPr/>
        </p:nvSpPr>
        <p:spPr>
          <a:xfrm>
            <a:off x="796903" y="517330"/>
            <a:ext cx="358601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4000" dirty="0"/>
              <a:t>Определение:</a:t>
            </a:r>
          </a:p>
        </p:txBody>
      </p:sp>
      <p:sp>
        <p:nvSpPr>
          <p:cNvPr id="8" name="TextBox 7">
            <a:extLst>
              <a:ext uri="{FF2B5EF4-FFF2-40B4-BE49-F238E27FC236}">
                <a16:creationId xmlns:a16="http://schemas.microsoft.com/office/drawing/2014/main" id="{7DECAA8B-219D-9250-3A34-BDD2AAF34A84}"/>
              </a:ext>
            </a:extLst>
          </p:cNvPr>
          <p:cNvSpPr txBox="1"/>
          <p:nvPr/>
        </p:nvSpPr>
        <p:spPr>
          <a:xfrm>
            <a:off x="4381445" y="517279"/>
            <a:ext cx="792513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4000" i="0" dirty="0">
                <a:latin typeface="Times New Roman"/>
                <a:ea typeface="YS Text"/>
                <a:cs typeface="YS Text"/>
              </a:rPr>
              <a:t>Телекоммуникационные сети</a:t>
            </a:r>
            <a:r>
              <a:rPr lang="ru-RU" sz="4000" b="0" i="0" dirty="0">
                <a:latin typeface="Times New Roman"/>
                <a:ea typeface="YS Text"/>
                <a:cs typeface="YS Text"/>
              </a:rPr>
              <a:t> — </a:t>
            </a:r>
            <a:endParaRPr lang="ru-RU" sz="4000" dirty="0">
              <a:latin typeface="Times New Roman"/>
              <a:ea typeface="YS Text"/>
              <a:cs typeface="Times New Roman"/>
            </a:endParaRPr>
          </a:p>
          <a:p>
            <a:r>
              <a:rPr lang="ru-RU" sz="4000" dirty="0">
                <a:latin typeface="Times New Roman"/>
                <a:ea typeface="YS Text"/>
                <a:cs typeface="Times New Roman"/>
              </a:rPr>
              <a:t>— </a:t>
            </a:r>
            <a:r>
              <a:rPr lang="ru-RU" sz="4000" b="0" i="0" dirty="0">
                <a:latin typeface="Times New Roman"/>
                <a:ea typeface="YS Text"/>
                <a:cs typeface="YS Text"/>
              </a:rPr>
              <a:t>это </a:t>
            </a:r>
            <a:r>
              <a:rPr lang="ru-RU" sz="4000" b="1" i="0" dirty="0">
                <a:latin typeface="Times New Roman"/>
                <a:ea typeface="YS Text"/>
                <a:cs typeface="YS Text"/>
              </a:rPr>
              <a:t>системы передачи данных</a:t>
            </a:r>
            <a:r>
              <a:rPr lang="ru-RU" sz="4000" b="0" i="0" dirty="0">
                <a:latin typeface="Times New Roman"/>
                <a:ea typeface="YS Text"/>
                <a:cs typeface="YS Text"/>
              </a:rPr>
              <a:t>, которые обеспечивают связь между удалёнными местами. </a:t>
            </a:r>
          </a:p>
        </p:txBody>
      </p:sp>
      <p:sp>
        <p:nvSpPr>
          <p:cNvPr id="9" name="TextBox 8">
            <a:extLst>
              <a:ext uri="{FF2B5EF4-FFF2-40B4-BE49-F238E27FC236}">
                <a16:creationId xmlns:a16="http://schemas.microsoft.com/office/drawing/2014/main" id="{F89D27E8-806C-19C0-7472-201D75D671EC}"/>
              </a:ext>
            </a:extLst>
          </p:cNvPr>
          <p:cNvSpPr txBox="1"/>
          <p:nvPr/>
        </p:nvSpPr>
        <p:spPr>
          <a:xfrm>
            <a:off x="253927" y="4149734"/>
            <a:ext cx="332047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4000" dirty="0"/>
              <a:t>Назначение:</a:t>
            </a:r>
          </a:p>
        </p:txBody>
      </p:sp>
      <p:sp>
        <p:nvSpPr>
          <p:cNvPr id="10" name="TextBox 9">
            <a:extLst>
              <a:ext uri="{FF2B5EF4-FFF2-40B4-BE49-F238E27FC236}">
                <a16:creationId xmlns:a16="http://schemas.microsoft.com/office/drawing/2014/main" id="{54863CF8-0FEA-77F1-940C-71A6D0B7B74B}"/>
              </a:ext>
            </a:extLst>
          </p:cNvPr>
          <p:cNvSpPr txBox="1"/>
          <p:nvPr/>
        </p:nvSpPr>
        <p:spPr>
          <a:xfrm>
            <a:off x="3466977" y="4193146"/>
            <a:ext cx="780967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4000" b="1" dirty="0">
                <a:latin typeface="Times New Roman"/>
                <a:ea typeface="+mn-lt"/>
                <a:cs typeface="+mn-lt"/>
              </a:rPr>
              <a:t>Передача данных</a:t>
            </a:r>
            <a:r>
              <a:rPr lang="ru-RU" sz="4000" dirty="0">
                <a:latin typeface="Times New Roman"/>
                <a:ea typeface="+mn-lt"/>
                <a:cs typeface="+mn-lt"/>
              </a:rPr>
              <a:t> с минимальным количеством ошибок/искажений.</a:t>
            </a:r>
            <a:endParaRPr lang="ru-RU" sz="4000" dirty="0">
              <a:latin typeface="Times New Roman"/>
              <a:cs typeface="Times New Roman"/>
            </a:endParaRPr>
          </a:p>
        </p:txBody>
      </p:sp>
      <mc:AlternateContent xmlns:mc="http://schemas.openxmlformats.org/markup-compatibility/2006" xmlns:p14="http://schemas.microsoft.com/office/powerpoint/2010/main">
        <mc:Choice Requires="p14">
          <p:contentPart p14:bwMode="auto" r:id="rId3">
            <p14:nvContentPartPr>
              <p14:cNvPr id="23" name="Рукописный ввод 22">
                <a:extLst>
                  <a:ext uri="{FF2B5EF4-FFF2-40B4-BE49-F238E27FC236}">
                    <a16:creationId xmlns:a16="http://schemas.microsoft.com/office/drawing/2014/main" id="{59CCD746-C090-D601-739C-8EEB1FA88038}"/>
                  </a:ext>
                </a:extLst>
              </p14:cNvPr>
              <p14:cNvContentPartPr/>
              <p14:nvPr/>
            </p14:nvContentPartPr>
            <p14:xfrm>
              <a:off x="6566646" y="3403786"/>
              <a:ext cx="14007" cy="14007"/>
            </p14:xfrm>
          </p:contentPart>
        </mc:Choice>
        <mc:Fallback xmlns="">
          <p:pic>
            <p:nvPicPr>
              <p:cNvPr id="23" name="Рукописный ввод 22">
                <a:extLst>
                  <a:ext uri="{FF2B5EF4-FFF2-40B4-BE49-F238E27FC236}">
                    <a16:creationId xmlns:a16="http://schemas.microsoft.com/office/drawing/2014/main" id="{59CCD746-C090-D601-739C-8EEB1FA88038}"/>
                  </a:ext>
                </a:extLst>
              </p:cNvPr>
              <p:cNvPicPr/>
              <p:nvPr/>
            </p:nvPicPr>
            <p:blipFill>
              <a:blip r:embed="rId4"/>
              <a:stretch>
                <a:fillRect/>
              </a:stretch>
            </p:blipFill>
            <p:spPr>
              <a:xfrm>
                <a:off x="5866296" y="2703436"/>
                <a:ext cx="1400700" cy="1400700"/>
              </a:xfrm>
              <a:prstGeom prst="rect">
                <a:avLst/>
              </a:prstGeom>
            </p:spPr>
          </p:pic>
        </mc:Fallback>
      </mc:AlternateContent>
    </p:spTree>
    <p:extLst>
      <p:ext uri="{BB962C8B-B14F-4D97-AF65-F5344CB8AC3E}">
        <p14:creationId xmlns:p14="http://schemas.microsoft.com/office/powerpoint/2010/main" val="103835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descr="Изображение выглядит как текст, диаграмма, круг, карта&#10;&#10;Содержимое, созданное искусственным интеллектом, может быть неверным.">
            <a:extLst>
              <a:ext uri="{FF2B5EF4-FFF2-40B4-BE49-F238E27FC236}">
                <a16:creationId xmlns:a16="http://schemas.microsoft.com/office/drawing/2014/main" id="{D1DECAA4-B122-027A-CAAF-8AA8D584271C}"/>
              </a:ext>
            </a:extLst>
          </p:cNvPr>
          <p:cNvPicPr>
            <a:picLocks noChangeAspect="1"/>
          </p:cNvPicPr>
          <p:nvPr/>
        </p:nvPicPr>
        <p:blipFill>
          <a:blip r:embed="rId2"/>
          <a:stretch>
            <a:fillRect/>
          </a:stretch>
        </p:blipFill>
        <p:spPr>
          <a:xfrm>
            <a:off x="0" y="0"/>
            <a:ext cx="12181561" cy="6858000"/>
          </a:xfrm>
          <a:prstGeom prst="rect">
            <a:avLst/>
          </a:prstGeom>
        </p:spPr>
      </p:pic>
    </p:spTree>
    <p:extLst>
      <p:ext uri="{BB962C8B-B14F-4D97-AF65-F5344CB8AC3E}">
        <p14:creationId xmlns:p14="http://schemas.microsoft.com/office/powerpoint/2010/main" val="377884747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A0034E89-1952-5288-08A0-70A4A73BE39E}"/>
              </a:ext>
            </a:extLst>
          </p:cNvPr>
          <p:cNvSpPr>
            <a:spLocks noGrp="1"/>
          </p:cNvSpPr>
          <p:nvPr>
            <p:ph type="ctrTitle"/>
          </p:nvPr>
        </p:nvSpPr>
        <p:spPr>
          <a:xfrm>
            <a:off x="1524000" y="2548"/>
            <a:ext cx="9175315" cy="2536624"/>
          </a:xfrm>
          <a:noFill/>
        </p:spPr>
        <p:txBody>
          <a:bodyPr rtlCol="0" anchor="b"/>
          <a:lstStyle/>
          <a:p>
            <a:r>
              <a:rPr lang="ru" dirty="0">
                <a:latin typeface="Times New Roman"/>
                <a:cs typeface="Times New Roman"/>
              </a:rPr>
              <a:t>Типы телекоммуникационных</a:t>
            </a:r>
            <a:br>
              <a:rPr lang="ru" dirty="0">
                <a:latin typeface="Times New Roman"/>
                <a:cs typeface="Times New Roman"/>
              </a:rPr>
            </a:br>
            <a:r>
              <a:rPr lang="ru" dirty="0">
                <a:latin typeface="Times New Roman"/>
                <a:cs typeface="Times New Roman"/>
              </a:rPr>
              <a:t>сетей</a:t>
            </a:r>
            <a:br>
              <a:rPr lang="ru" dirty="0">
                <a:latin typeface="Times New Roman"/>
                <a:cs typeface="Times New Roman"/>
              </a:rPr>
            </a:br>
            <a:r>
              <a:rPr lang="ru" dirty="0">
                <a:latin typeface="Times New Roman"/>
                <a:cs typeface="Times New Roman"/>
              </a:rPr>
              <a:t>(Не связаны по критериям)</a:t>
            </a:r>
            <a:endParaRPr lang="ru" i="0" dirty="0">
              <a:latin typeface="Times New Roman"/>
              <a:cs typeface="Times New Roman"/>
            </a:endParaRPr>
          </a:p>
        </p:txBody>
      </p:sp>
      <p:sp>
        <p:nvSpPr>
          <p:cNvPr id="5" name="TextBox 4">
            <a:extLst>
              <a:ext uri="{FF2B5EF4-FFF2-40B4-BE49-F238E27FC236}">
                <a16:creationId xmlns:a16="http://schemas.microsoft.com/office/drawing/2014/main" id="{7EC8F264-A4C4-FC98-76C6-B19BC839790B}"/>
              </a:ext>
            </a:extLst>
          </p:cNvPr>
          <p:cNvSpPr txBox="1"/>
          <p:nvPr/>
        </p:nvSpPr>
        <p:spPr>
          <a:xfrm>
            <a:off x="130794" y="2896631"/>
            <a:ext cx="253443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ru-RU" sz="3200" u="sng" dirty="0"/>
              <a:t>Локальные</a:t>
            </a:r>
            <a:r>
              <a:rPr lang="ru-RU" sz="3200" dirty="0"/>
              <a:t> сети(</a:t>
            </a:r>
            <a:r>
              <a:rPr lang="ru-RU" sz="3200" u="sng" dirty="0"/>
              <a:t>LAN</a:t>
            </a:r>
            <a:r>
              <a:rPr lang="ru-RU" sz="3200" dirty="0"/>
              <a:t>)</a:t>
            </a:r>
            <a:endParaRPr lang="ru-RU"/>
          </a:p>
        </p:txBody>
      </p:sp>
      <p:sp>
        <p:nvSpPr>
          <p:cNvPr id="6" name="TextBox 5">
            <a:extLst>
              <a:ext uri="{FF2B5EF4-FFF2-40B4-BE49-F238E27FC236}">
                <a16:creationId xmlns:a16="http://schemas.microsoft.com/office/drawing/2014/main" id="{F6F903DA-54BD-FBDC-B17E-4A71215CA4C0}"/>
              </a:ext>
            </a:extLst>
          </p:cNvPr>
          <p:cNvSpPr txBox="1"/>
          <p:nvPr/>
        </p:nvSpPr>
        <p:spPr>
          <a:xfrm>
            <a:off x="3049321" y="2900775"/>
            <a:ext cx="254591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ru-RU" sz="3200" u="sng" dirty="0"/>
              <a:t>Глобальные</a:t>
            </a:r>
            <a:r>
              <a:rPr lang="ru-RU" sz="3200" dirty="0"/>
              <a:t> сети(</a:t>
            </a:r>
            <a:r>
              <a:rPr lang="ru-RU" sz="3200" u="sng" dirty="0"/>
              <a:t>WAN</a:t>
            </a:r>
            <a:r>
              <a:rPr lang="ru-RU" sz="3200" dirty="0"/>
              <a:t>)</a:t>
            </a:r>
            <a:endParaRPr lang="ru-RU"/>
          </a:p>
        </p:txBody>
      </p:sp>
      <p:sp>
        <p:nvSpPr>
          <p:cNvPr id="7" name="TextBox 6">
            <a:extLst>
              <a:ext uri="{FF2B5EF4-FFF2-40B4-BE49-F238E27FC236}">
                <a16:creationId xmlns:a16="http://schemas.microsoft.com/office/drawing/2014/main" id="{8416B47E-6934-9B22-E4F1-401D94CA3B8A}"/>
              </a:ext>
            </a:extLst>
          </p:cNvPr>
          <p:cNvSpPr txBox="1"/>
          <p:nvPr/>
        </p:nvSpPr>
        <p:spPr>
          <a:xfrm>
            <a:off x="6098274" y="2904638"/>
            <a:ext cx="297432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ru-RU" sz="3200" u="sng" dirty="0"/>
              <a:t>Беспроводные</a:t>
            </a:r>
            <a:r>
              <a:rPr lang="ru-RU" sz="3200" dirty="0"/>
              <a:t> сети</a:t>
            </a:r>
            <a:endParaRPr lang="ru-RU"/>
          </a:p>
        </p:txBody>
      </p:sp>
      <p:sp>
        <p:nvSpPr>
          <p:cNvPr id="8" name="TextBox 7">
            <a:extLst>
              <a:ext uri="{FF2B5EF4-FFF2-40B4-BE49-F238E27FC236}">
                <a16:creationId xmlns:a16="http://schemas.microsoft.com/office/drawing/2014/main" id="{5C753191-94F5-F18E-C43D-815EAF385D7F}"/>
              </a:ext>
            </a:extLst>
          </p:cNvPr>
          <p:cNvSpPr txBox="1"/>
          <p:nvPr/>
        </p:nvSpPr>
        <p:spPr>
          <a:xfrm>
            <a:off x="9492694" y="2902489"/>
            <a:ext cx="257551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ru-RU" sz="3200" u="sng" dirty="0"/>
              <a:t>Оптические</a:t>
            </a:r>
            <a:r>
              <a:rPr lang="ru-RU" sz="3200" dirty="0"/>
              <a:t> сети</a:t>
            </a:r>
            <a:endParaRPr lang="ru-RU"/>
          </a:p>
        </p:txBody>
      </p:sp>
      <p:pic>
        <p:nvPicPr>
          <p:cNvPr id="9" name="Рисунок 8" descr="Изображение выглядит как дизайн, компьютер, ноутбук, снимок экрана&#10;&#10;Содержимое, созданное искусственным интеллектом, может быть неверным.">
            <a:extLst>
              <a:ext uri="{FF2B5EF4-FFF2-40B4-BE49-F238E27FC236}">
                <a16:creationId xmlns:a16="http://schemas.microsoft.com/office/drawing/2014/main" id="{C6D6CF84-F094-53F9-9400-63A651168AE2}"/>
              </a:ext>
            </a:extLst>
          </p:cNvPr>
          <p:cNvPicPr>
            <a:picLocks noChangeAspect="1"/>
          </p:cNvPicPr>
          <p:nvPr/>
        </p:nvPicPr>
        <p:blipFill>
          <a:blip r:embed="rId3"/>
          <a:stretch>
            <a:fillRect/>
          </a:stretch>
        </p:blipFill>
        <p:spPr>
          <a:xfrm>
            <a:off x="0" y="3883067"/>
            <a:ext cx="2787044" cy="2974933"/>
          </a:xfrm>
          <a:prstGeom prst="rect">
            <a:avLst/>
          </a:prstGeom>
        </p:spPr>
      </p:pic>
      <p:pic>
        <p:nvPicPr>
          <p:cNvPr id="10" name="Рисунок 9" descr="Изображение выглядит как карта&#10;&#10;Содержимое, созданное искусственным интеллектом, может быть неверным.">
            <a:extLst>
              <a:ext uri="{FF2B5EF4-FFF2-40B4-BE49-F238E27FC236}">
                <a16:creationId xmlns:a16="http://schemas.microsoft.com/office/drawing/2014/main" id="{81E83819-40FC-E930-EBC1-238A752091B0}"/>
              </a:ext>
            </a:extLst>
          </p:cNvPr>
          <p:cNvPicPr>
            <a:picLocks noChangeAspect="1"/>
          </p:cNvPicPr>
          <p:nvPr/>
        </p:nvPicPr>
        <p:blipFill>
          <a:blip r:embed="rId4"/>
          <a:stretch>
            <a:fillRect/>
          </a:stretch>
        </p:blipFill>
        <p:spPr>
          <a:xfrm>
            <a:off x="2883922" y="3883525"/>
            <a:ext cx="3209143" cy="2974018"/>
          </a:xfrm>
          <a:prstGeom prst="rect">
            <a:avLst/>
          </a:prstGeom>
        </p:spPr>
      </p:pic>
      <p:pic>
        <p:nvPicPr>
          <p:cNvPr id="11" name="Рисунок 10" descr="Изображение выглядит как зарисовка, дизайн&#10;&#10;Содержимое, созданное искусственным интеллектом, может быть неверным.">
            <a:extLst>
              <a:ext uri="{FF2B5EF4-FFF2-40B4-BE49-F238E27FC236}">
                <a16:creationId xmlns:a16="http://schemas.microsoft.com/office/drawing/2014/main" id="{E46732AD-6E66-E3ED-DA0B-6BE775E5A0B9}"/>
              </a:ext>
            </a:extLst>
          </p:cNvPr>
          <p:cNvPicPr>
            <a:picLocks noChangeAspect="1"/>
          </p:cNvPicPr>
          <p:nvPr/>
        </p:nvPicPr>
        <p:blipFill>
          <a:blip r:embed="rId5"/>
          <a:stretch>
            <a:fillRect/>
          </a:stretch>
        </p:blipFill>
        <p:spPr>
          <a:xfrm>
            <a:off x="6277497" y="3881894"/>
            <a:ext cx="3008595" cy="2977280"/>
          </a:xfrm>
          <a:prstGeom prst="rect">
            <a:avLst/>
          </a:prstGeom>
        </p:spPr>
      </p:pic>
      <p:pic>
        <p:nvPicPr>
          <p:cNvPr id="13" name="Рисунок 12" descr="Изображение выглядит как соединитель, кабель&#10;&#10;Содержимое, созданное искусственным интеллектом, может быть неверным.">
            <a:extLst>
              <a:ext uri="{FF2B5EF4-FFF2-40B4-BE49-F238E27FC236}">
                <a16:creationId xmlns:a16="http://schemas.microsoft.com/office/drawing/2014/main" id="{F5C952E0-DEFB-7016-53A8-AACC3FE329F5}"/>
              </a:ext>
            </a:extLst>
          </p:cNvPr>
          <p:cNvPicPr>
            <a:picLocks noChangeAspect="1"/>
          </p:cNvPicPr>
          <p:nvPr/>
        </p:nvPicPr>
        <p:blipFill>
          <a:blip r:embed="rId6"/>
          <a:stretch>
            <a:fillRect/>
          </a:stretch>
        </p:blipFill>
        <p:spPr>
          <a:xfrm>
            <a:off x="9214680" y="3883068"/>
            <a:ext cx="2979711" cy="2974932"/>
          </a:xfrm>
          <a:prstGeom prst="rect">
            <a:avLst/>
          </a:prstGeom>
        </p:spPr>
      </p:pic>
    </p:spTree>
    <p:extLst>
      <p:ext uri="{BB962C8B-B14F-4D97-AF65-F5344CB8AC3E}">
        <p14:creationId xmlns:p14="http://schemas.microsoft.com/office/powerpoint/2010/main" val="821088003"/>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9E08CC2-30D8-A0EC-EB99-25437B4A5869}"/>
              </a:ext>
            </a:extLst>
          </p:cNvPr>
          <p:cNvSpPr txBox="1"/>
          <p:nvPr/>
        </p:nvSpPr>
        <p:spPr>
          <a:xfrm>
            <a:off x="-468" y="864765"/>
            <a:ext cx="5181545"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2800" u="sng" dirty="0">
                <a:ea typeface="+mn-lt"/>
                <a:cs typeface="+mn-lt"/>
              </a:rPr>
              <a:t>Локальная Вычислительная Сеть</a:t>
            </a:r>
            <a:r>
              <a:rPr lang="ru-RU" sz="2800" dirty="0">
                <a:ea typeface="+mn-lt"/>
                <a:cs typeface="+mn-lt"/>
              </a:rPr>
              <a:t> (</a:t>
            </a:r>
            <a:r>
              <a:rPr lang="ru-RU" sz="2800" b="1" dirty="0">
                <a:ea typeface="+mn-lt"/>
                <a:cs typeface="+mn-lt"/>
              </a:rPr>
              <a:t>ЛВС</a:t>
            </a:r>
            <a:r>
              <a:rPr lang="ru-RU" sz="2800" dirty="0">
                <a:ea typeface="+mn-lt"/>
                <a:cs typeface="+mn-lt"/>
              </a:rPr>
              <a:t>) или Local Area Network (</a:t>
            </a:r>
            <a:r>
              <a:rPr lang="ru-RU" sz="2800" b="1" dirty="0">
                <a:ea typeface="+mn-lt"/>
                <a:cs typeface="+mn-lt"/>
              </a:rPr>
              <a:t>LAN</a:t>
            </a:r>
            <a:r>
              <a:rPr lang="ru-RU" sz="2800" dirty="0">
                <a:ea typeface="+mn-lt"/>
                <a:cs typeface="+mn-lt"/>
              </a:rPr>
              <a:t>) —</a:t>
            </a:r>
            <a:endParaRPr lang="ru-RU" sz="2800"/>
          </a:p>
          <a:p>
            <a:r>
              <a:rPr lang="ru-RU" sz="2800" dirty="0">
                <a:ea typeface="+mn-lt"/>
                <a:cs typeface="+mn-lt"/>
              </a:rPr>
              <a:t>— </a:t>
            </a:r>
            <a:r>
              <a:rPr lang="ru-RU" sz="2800" i="1" dirty="0">
                <a:ea typeface="+mn-lt"/>
                <a:cs typeface="+mn-lt"/>
              </a:rPr>
              <a:t>система соединённых между собой устройств</a:t>
            </a:r>
            <a:r>
              <a:rPr lang="ru-RU" sz="2800" dirty="0">
                <a:ea typeface="+mn-lt"/>
                <a:cs typeface="+mn-lt"/>
              </a:rPr>
              <a:t>, таких как компьютеры, серверы, сетевые принтеры и другие периферийные устройства, расположенных в пределах одного здания или территории. </a:t>
            </a:r>
            <a:endParaRPr lang="ru-RU" sz="2800"/>
          </a:p>
        </p:txBody>
      </p:sp>
      <p:pic>
        <p:nvPicPr>
          <p:cNvPr id="12" name="Рисунок 11" descr="Изображение выглядит как текст, диаграмма, снимок экрана, круг&#10;&#10;Содержимое, созданное искусственным интеллектом, может быть неверным.">
            <a:extLst>
              <a:ext uri="{FF2B5EF4-FFF2-40B4-BE49-F238E27FC236}">
                <a16:creationId xmlns:a16="http://schemas.microsoft.com/office/drawing/2014/main" id="{EDA52A07-C49D-49A2-E3ED-4895D48E1AED}"/>
              </a:ext>
            </a:extLst>
          </p:cNvPr>
          <p:cNvPicPr>
            <a:picLocks noChangeAspect="1"/>
          </p:cNvPicPr>
          <p:nvPr/>
        </p:nvPicPr>
        <p:blipFill>
          <a:blip r:embed="rId3"/>
          <a:stretch>
            <a:fillRect/>
          </a:stretch>
        </p:blipFill>
        <p:spPr>
          <a:xfrm>
            <a:off x="5185719" y="4119"/>
            <a:ext cx="7010400" cy="6839464"/>
          </a:xfrm>
          <a:prstGeom prst="rect">
            <a:avLst/>
          </a:prstGeom>
        </p:spPr>
      </p:pic>
    </p:spTree>
    <p:extLst>
      <p:ext uri="{BB962C8B-B14F-4D97-AF65-F5344CB8AC3E}">
        <p14:creationId xmlns:p14="http://schemas.microsoft.com/office/powerpoint/2010/main" val="424203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BDEE561C-83AE-5D49-FEF9-A180FD9EDB44}"/>
              </a:ext>
            </a:extLst>
          </p:cNvPr>
          <p:cNvSpPr>
            <a:spLocks noGrp="1"/>
          </p:cNvSpPr>
          <p:nvPr>
            <p:ph type="subTitle" idx="1"/>
          </p:nvPr>
        </p:nvSpPr>
        <p:spPr>
          <a:xfrm>
            <a:off x="1111163" y="431979"/>
            <a:ext cx="9976345" cy="5998985"/>
          </a:xfrm>
        </p:spPr>
        <p:txBody>
          <a:bodyPr vert="horz" lIns="91440" tIns="45720" rIns="91440" bIns="45720" rtlCol="0" anchor="t">
            <a:noAutofit/>
          </a:bodyPr>
          <a:lstStyle/>
          <a:p>
            <a:r>
              <a:rPr lang="ru-RU" sz="2400" b="0" cap="none" dirty="0">
                <a:solidFill>
                  <a:schemeClr val="tx1"/>
                </a:solidFill>
                <a:latin typeface="Times New Roman"/>
                <a:cs typeface="Times New Roman"/>
              </a:rPr>
              <a:t> В LAN каждое подключенное устройство имеет свой уникальный идентификатор и может взаимодействовать с другими узлами LAN, обмениваясь данными, печатая на общих принтерах или получая доступ к общим файлам и папкам. важной особенностью LAN является её надежность и быстродействие, поскольку она не зависит от сторонних сетей, таких как широкие вычислительные сети (WAN) или интернет. </a:t>
            </a:r>
          </a:p>
          <a:p>
            <a:r>
              <a:rPr lang="ru-RU" sz="2400" b="0" cap="none" dirty="0">
                <a:solidFill>
                  <a:schemeClr val="tx1"/>
                </a:solidFill>
                <a:latin typeface="Times New Roman"/>
                <a:cs typeface="Times New Roman"/>
              </a:rPr>
              <a:t> Локальная Вычислительная Сеть играет ключевую роль в современном бизнесе и образовательных учреждениях, обеспечивая связь и обмен информацией между различными устройствами в пределах ограниченной территории. Она предоставляет возможность совместной работы над проектами, обмена файлами, обеспечивает доступ к общим базам данных и повышает эффективность работы коллектива. </a:t>
            </a:r>
          </a:p>
          <a:p>
            <a:r>
              <a:rPr lang="ru-RU" sz="2400" b="0" cap="none" dirty="0">
                <a:solidFill>
                  <a:schemeClr val="tx1"/>
                </a:solidFill>
                <a:latin typeface="Times New Roman"/>
                <a:cs typeface="Times New Roman"/>
              </a:rPr>
              <a:t> В целом, Локальная Вычислительная Сеть является неотъемлемой частью современной инфраструктуры и позволяет связывать людей, устройства и данные внутри одного местоположения, создавая удобные и эффективные рабочие условия и обеспечивая эффективное взаимодействие устройств и пользователей.</a:t>
            </a:r>
          </a:p>
          <a:p>
            <a:endParaRPr lang="ru-RU" sz="2400" dirty="0">
              <a:solidFill>
                <a:schemeClr val="tx1"/>
              </a:solidFill>
              <a:latin typeface="Times New Roman"/>
              <a:cs typeface="Times New Roman"/>
            </a:endParaRPr>
          </a:p>
        </p:txBody>
      </p:sp>
    </p:spTree>
    <p:extLst>
      <p:ext uri="{BB962C8B-B14F-4D97-AF65-F5344CB8AC3E}">
        <p14:creationId xmlns:p14="http://schemas.microsoft.com/office/powerpoint/2010/main" val="725057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B003-0730-B8C3-6693-CCD29F3250A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4047E0F-78FA-40E3-CBA8-54BD2F9C79AE}"/>
              </a:ext>
            </a:extLst>
          </p:cNvPr>
          <p:cNvSpPr txBox="1"/>
          <p:nvPr/>
        </p:nvSpPr>
        <p:spPr>
          <a:xfrm>
            <a:off x="9829" y="1410522"/>
            <a:ext cx="5181545"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3200" dirty="0">
                <a:ea typeface="+mn-lt"/>
                <a:cs typeface="+mn-lt"/>
              </a:rPr>
              <a:t>Wide Area Network</a:t>
            </a:r>
            <a:r>
              <a:rPr lang="ru-RU" sz="3200" b="1" dirty="0">
                <a:ea typeface="+mn-lt"/>
                <a:cs typeface="+mn-lt"/>
              </a:rPr>
              <a:t> </a:t>
            </a:r>
            <a:r>
              <a:rPr lang="ru-RU" sz="3200" dirty="0">
                <a:ea typeface="+mn-lt"/>
                <a:cs typeface="+mn-lt"/>
              </a:rPr>
              <a:t>(</a:t>
            </a:r>
            <a:r>
              <a:rPr lang="ru-RU" sz="3200" b="1" dirty="0">
                <a:ea typeface="+mn-lt"/>
                <a:cs typeface="+mn-lt"/>
              </a:rPr>
              <a:t>WAN</a:t>
            </a:r>
            <a:r>
              <a:rPr lang="ru-RU" sz="3200" dirty="0">
                <a:ea typeface="+mn-lt"/>
                <a:cs typeface="+mn-lt"/>
              </a:rPr>
              <a:t>) — это </a:t>
            </a:r>
            <a:r>
              <a:rPr lang="ru-RU" sz="3200" i="1" dirty="0">
                <a:ea typeface="+mn-lt"/>
                <a:cs typeface="+mn-lt"/>
              </a:rPr>
              <a:t>глобальная</a:t>
            </a:r>
            <a:r>
              <a:rPr lang="ru-RU" sz="3200" dirty="0">
                <a:ea typeface="+mn-lt"/>
                <a:cs typeface="+mn-lt"/>
              </a:rPr>
              <a:t> </a:t>
            </a:r>
            <a:r>
              <a:rPr lang="ru-RU" sz="3200" i="1" dirty="0">
                <a:ea typeface="+mn-lt"/>
                <a:cs typeface="+mn-lt"/>
              </a:rPr>
              <a:t>вычислительная сеть</a:t>
            </a:r>
            <a:r>
              <a:rPr lang="ru-RU" sz="3200" dirty="0">
                <a:ea typeface="+mn-lt"/>
                <a:cs typeface="+mn-lt"/>
              </a:rPr>
              <a:t>, которая соединяет устройства на больших расстояниях, например, между городами или странами. </a:t>
            </a:r>
            <a:endParaRPr lang="ru-RU" sz="3200" dirty="0"/>
          </a:p>
        </p:txBody>
      </p:sp>
      <p:pic>
        <p:nvPicPr>
          <p:cNvPr id="3" name="Рисунок 2" descr="Изображение выглядит как текст, диаграмма, План, Технический чертеж&#10;&#10;Содержимое, созданное искусственным интеллектом, может быть неверным.">
            <a:extLst>
              <a:ext uri="{FF2B5EF4-FFF2-40B4-BE49-F238E27FC236}">
                <a16:creationId xmlns:a16="http://schemas.microsoft.com/office/drawing/2014/main" id="{6C8637B7-DDF8-5BDB-90D4-1A639F1B5750}"/>
              </a:ext>
            </a:extLst>
          </p:cNvPr>
          <p:cNvPicPr>
            <a:picLocks noChangeAspect="1"/>
          </p:cNvPicPr>
          <p:nvPr/>
        </p:nvPicPr>
        <p:blipFill>
          <a:blip r:embed="rId3"/>
          <a:stretch>
            <a:fillRect/>
          </a:stretch>
        </p:blipFill>
        <p:spPr>
          <a:xfrm>
            <a:off x="4887740" y="3347"/>
            <a:ext cx="7307735" cy="6851306"/>
          </a:xfrm>
          <a:prstGeom prst="rect">
            <a:avLst/>
          </a:prstGeom>
        </p:spPr>
      </p:pic>
    </p:spTree>
    <p:extLst>
      <p:ext uri="{BB962C8B-B14F-4D97-AF65-F5344CB8AC3E}">
        <p14:creationId xmlns:p14="http://schemas.microsoft.com/office/powerpoint/2010/main" val="60820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91E443A5-725F-F438-ACC7-FC98EC5165BE}"/>
              </a:ext>
            </a:extLst>
          </p:cNvPr>
          <p:cNvSpPr>
            <a:spLocks noGrp="1"/>
          </p:cNvSpPr>
          <p:nvPr>
            <p:ph type="subTitle" idx="1"/>
          </p:nvPr>
        </p:nvSpPr>
        <p:spPr>
          <a:xfrm>
            <a:off x="1226617" y="171811"/>
            <a:ext cx="9485110" cy="6432335"/>
          </a:xfrm>
        </p:spPr>
        <p:txBody>
          <a:bodyPr vert="horz" lIns="91440" tIns="45720" rIns="91440" bIns="45720" rtlCol="0" anchor="t">
            <a:noAutofit/>
          </a:bodyPr>
          <a:lstStyle/>
          <a:p>
            <a:r>
              <a:rPr lang="ru-RU" sz="2400" b="0" cap="none" dirty="0">
                <a:solidFill>
                  <a:srgbClr val="222222"/>
                </a:solidFill>
                <a:latin typeface="Times New Roman"/>
                <a:ea typeface="+mn-lt"/>
                <a:cs typeface="+mn-lt"/>
              </a:rPr>
              <a:t>Многие глобальные сети построены для конкретной организации и являются закрытыми. Другие, построенные интернет провайдерами, предоставляют соединение из локальной сети организации в интернет. WAN довольно часто построены с использованием выделенных линий (закрытых двунаправленных линий между двумя или более локациями, предоставляемых за определенную месячную плату). На каждом конце выделенной линии, роутер соединяет локальную сеть на его стороне со вторым роутером, имеющим собственную локальную сеть. однако, выделенные линии могут быть очень дорогими. поэтому вместо них wan также могут быть построены c использованием менее дорогой схемы передачи пакетов.</a:t>
            </a:r>
            <a:endParaRPr lang="ru-RU" sz="2400" cap="none" dirty="0">
              <a:latin typeface="Times New Roman"/>
            </a:endParaRPr>
          </a:p>
        </p:txBody>
      </p:sp>
      <p:pic>
        <p:nvPicPr>
          <p:cNvPr id="5" name="Рисунок 4" descr="Изображение выглядит как текст, круг, диаграмма, Шрифт&#10;&#10;Содержимое, созданное искусственным интеллектом, может быть неверным.">
            <a:extLst>
              <a:ext uri="{FF2B5EF4-FFF2-40B4-BE49-F238E27FC236}">
                <a16:creationId xmlns:a16="http://schemas.microsoft.com/office/drawing/2014/main" id="{A3075E01-3040-C42C-9BC6-74BFE4557755}"/>
              </a:ext>
            </a:extLst>
          </p:cNvPr>
          <p:cNvPicPr>
            <a:picLocks noChangeAspect="1"/>
          </p:cNvPicPr>
          <p:nvPr/>
        </p:nvPicPr>
        <p:blipFill>
          <a:blip r:embed="rId2"/>
          <a:stretch>
            <a:fillRect/>
          </a:stretch>
        </p:blipFill>
        <p:spPr>
          <a:xfrm>
            <a:off x="1353130" y="3954520"/>
            <a:ext cx="9358741" cy="2285594"/>
          </a:xfrm>
          <a:prstGeom prst="rect">
            <a:avLst/>
          </a:prstGeom>
        </p:spPr>
      </p:pic>
    </p:spTree>
    <p:extLst>
      <p:ext uri="{BB962C8B-B14F-4D97-AF65-F5344CB8AC3E}">
        <p14:creationId xmlns:p14="http://schemas.microsoft.com/office/powerpoint/2010/main" val="2100398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7BE7E-3291-09B1-77DF-A48540CD6E6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4F64C63-016E-B5A7-BDBB-83CE0E56CA85}"/>
              </a:ext>
            </a:extLst>
          </p:cNvPr>
          <p:cNvSpPr txBox="1"/>
          <p:nvPr/>
        </p:nvSpPr>
        <p:spPr>
          <a:xfrm>
            <a:off x="9829" y="1410522"/>
            <a:ext cx="518154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ru-RU" sz="3200" dirty="0"/>
          </a:p>
        </p:txBody>
      </p:sp>
      <p:sp>
        <p:nvSpPr>
          <p:cNvPr id="2" name="TextBox 1">
            <a:extLst>
              <a:ext uri="{FF2B5EF4-FFF2-40B4-BE49-F238E27FC236}">
                <a16:creationId xmlns:a16="http://schemas.microsoft.com/office/drawing/2014/main" id="{35DF13F1-23B6-6018-E3A6-0FAF9215C72A}"/>
              </a:ext>
            </a:extLst>
          </p:cNvPr>
          <p:cNvSpPr txBox="1"/>
          <p:nvPr/>
        </p:nvSpPr>
        <p:spPr>
          <a:xfrm>
            <a:off x="367881" y="1174499"/>
            <a:ext cx="416281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3200" b="1" dirty="0">
                <a:ea typeface="+mn-lt"/>
                <a:cs typeface="+mn-lt"/>
              </a:rPr>
              <a:t>Беспроводные сети</a:t>
            </a:r>
            <a:r>
              <a:rPr lang="ru-RU" sz="3200" dirty="0">
                <a:ea typeface="+mn-lt"/>
                <a:cs typeface="+mn-lt"/>
              </a:rPr>
              <a:t> — это сети связи, в которых передача информации осуществляется </a:t>
            </a:r>
            <a:r>
              <a:rPr lang="ru-RU" sz="3200" i="1" dirty="0">
                <a:ea typeface="+mn-lt"/>
                <a:cs typeface="+mn-lt"/>
              </a:rPr>
              <a:t>без</a:t>
            </a:r>
            <a:r>
              <a:rPr lang="ru-RU" sz="3200" dirty="0">
                <a:ea typeface="+mn-lt"/>
                <a:cs typeface="+mn-lt"/>
              </a:rPr>
              <a:t> </a:t>
            </a:r>
            <a:r>
              <a:rPr lang="ru-RU" sz="3200" i="1" dirty="0">
                <a:ea typeface="+mn-lt"/>
                <a:cs typeface="+mn-lt"/>
              </a:rPr>
              <a:t>использования кабельных соединений. </a:t>
            </a:r>
          </a:p>
        </p:txBody>
      </p:sp>
      <p:pic>
        <p:nvPicPr>
          <p:cNvPr id="4" name="Рисунок 3" descr="Изображение выглядит как текст, снимок экрана, Бренд, логотип&#10;&#10;Содержимое, созданное искусственным интеллектом, может быть неверным.">
            <a:extLst>
              <a:ext uri="{FF2B5EF4-FFF2-40B4-BE49-F238E27FC236}">
                <a16:creationId xmlns:a16="http://schemas.microsoft.com/office/drawing/2014/main" id="{B2722B5A-5115-F6F3-FBB0-47F6FF513B44}"/>
              </a:ext>
            </a:extLst>
          </p:cNvPr>
          <p:cNvPicPr>
            <a:picLocks noChangeAspect="1"/>
          </p:cNvPicPr>
          <p:nvPr/>
        </p:nvPicPr>
        <p:blipFill>
          <a:blip r:embed="rId3"/>
          <a:stretch>
            <a:fillRect/>
          </a:stretch>
        </p:blipFill>
        <p:spPr>
          <a:xfrm>
            <a:off x="4373671" y="-93945"/>
            <a:ext cx="7818329" cy="6858000"/>
          </a:xfrm>
          <a:prstGeom prst="rect">
            <a:avLst/>
          </a:prstGeom>
        </p:spPr>
      </p:pic>
    </p:spTree>
    <p:extLst>
      <p:ext uri="{BB962C8B-B14F-4D97-AF65-F5344CB8AC3E}">
        <p14:creationId xmlns:p14="http://schemas.microsoft.com/office/powerpoint/2010/main" val="120899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7DF667C-5DE6-9B97-9435-D1A7F5AFA6F4}"/>
              </a:ext>
            </a:extLst>
          </p:cNvPr>
          <p:cNvSpPr>
            <a:spLocks noGrp="1"/>
          </p:cNvSpPr>
          <p:nvPr>
            <p:ph type="subTitle" idx="1"/>
          </p:nvPr>
        </p:nvSpPr>
        <p:spPr>
          <a:xfrm>
            <a:off x="849729" y="217991"/>
            <a:ext cx="10498263" cy="6425219"/>
          </a:xfrm>
        </p:spPr>
        <p:txBody>
          <a:bodyPr vert="horz" lIns="91440" tIns="45720" rIns="91440" bIns="45720" rtlCol="0" anchor="t">
            <a:noAutofit/>
          </a:bodyPr>
          <a:lstStyle/>
          <a:p>
            <a:r>
              <a:rPr lang="ru-RU" sz="2400" b="0" cap="none" dirty="0">
                <a:solidFill>
                  <a:srgbClr val="000000"/>
                </a:solidFill>
                <a:latin typeface="Times New Roman"/>
                <a:ea typeface="Calibri"/>
                <a:cs typeface="Times New Roman"/>
              </a:rPr>
              <a:t> В беспроводных сетях передача данных реализуется при помощи радиоволн, инфракрасного излучения или иных беспроводных технологий. </a:t>
            </a:r>
            <a:r>
              <a:rPr lang="ru-RU" sz="2400" b="0" cap="none" dirty="0">
                <a:solidFill>
                  <a:srgbClr val="000000"/>
                </a:solidFill>
                <a:latin typeface="Times New Roman"/>
                <a:ea typeface="+mn-lt"/>
                <a:cs typeface="+mn-lt"/>
              </a:rPr>
              <a:t>Беспроводные телекоммуникационные сети, освободив связь от физических каналов, стали главным драйвером мобильной и повсеместной цифровизации, обеспечив глобальный охват от персональных Bluetooth-устройств до спутникового интернета, что позволило реализовать концепции «интернета вещей», умных городов и удалённой работы; их фундаментальные плюсы — это невиданная мобильность, гибкость и скорость развёртывания инфраструктуры, а также доступность связи в труднодоступных регионах. </a:t>
            </a:r>
            <a:br>
              <a:rPr lang="ru-RU" sz="2400" b="0" cap="none" dirty="0">
                <a:solidFill>
                  <a:srgbClr val="000000"/>
                </a:solidFill>
                <a:latin typeface="Times New Roman"/>
                <a:ea typeface="+mn-lt"/>
                <a:cs typeface="+mn-lt"/>
              </a:rPr>
            </a:br>
            <a:r>
              <a:rPr lang="ru-RU" sz="2400" b="0" cap="none" dirty="0">
                <a:solidFill>
                  <a:srgbClr val="000000"/>
                </a:solidFill>
                <a:latin typeface="Times New Roman"/>
                <a:ea typeface="+mn-lt"/>
                <a:cs typeface="+mn-lt"/>
              </a:rPr>
              <a:t> Однако эта свобода сопряжена с существенными компромиссами: беспроводные каналы принципиально менее защищены от перехвата и помех, чем проводные, их пропускная способность и стабильность зачастую ниже, особенно в условиях высокой нагрузки, а растущее электромагнитное излучение и энергопотребление массой устройств формируют новые экологические и санитарные вызовы, делая эволюцию стандартов в сторону энергоэффективности, ёмкости и, прежде всего, безопасности — ключевым направлением развития отрасли, как это видно на примере перехода к сетям пятого и шестого поколений (5G/6G).</a:t>
            </a:r>
            <a:endParaRPr lang="ru-RU" sz="2400" cap="none">
              <a:solidFill>
                <a:srgbClr val="F9FAFB"/>
              </a:solidFill>
              <a:latin typeface="Times New Roman"/>
              <a:ea typeface="Calibri"/>
              <a:cs typeface="Times New Roman"/>
            </a:endParaRPr>
          </a:p>
        </p:txBody>
      </p:sp>
    </p:spTree>
    <p:extLst>
      <p:ext uri="{BB962C8B-B14F-4D97-AF65-F5344CB8AC3E}">
        <p14:creationId xmlns:p14="http://schemas.microsoft.com/office/powerpoint/2010/main" val="774911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542E-BF19-261B-5319-92D0DCF449D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312C9DC-73C9-77E6-9120-DD58FD8DA6F1}"/>
              </a:ext>
            </a:extLst>
          </p:cNvPr>
          <p:cNvSpPr txBox="1"/>
          <p:nvPr/>
        </p:nvSpPr>
        <p:spPr>
          <a:xfrm>
            <a:off x="9829" y="1410522"/>
            <a:ext cx="518154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ru-RU" sz="3200" dirty="0"/>
          </a:p>
        </p:txBody>
      </p:sp>
      <p:sp>
        <p:nvSpPr>
          <p:cNvPr id="2" name="TextBox 1">
            <a:extLst>
              <a:ext uri="{FF2B5EF4-FFF2-40B4-BE49-F238E27FC236}">
                <a16:creationId xmlns:a16="http://schemas.microsoft.com/office/drawing/2014/main" id="{582FE6E5-F5CF-D64B-88CD-8B0BD35CB211}"/>
              </a:ext>
            </a:extLst>
          </p:cNvPr>
          <p:cNvSpPr txBox="1"/>
          <p:nvPr/>
        </p:nvSpPr>
        <p:spPr>
          <a:xfrm>
            <a:off x="172232" y="1411337"/>
            <a:ext cx="4234895"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3200" b="1" dirty="0">
                <a:ea typeface="+mn-lt"/>
                <a:cs typeface="+mn-lt"/>
              </a:rPr>
              <a:t>Оптические сети</a:t>
            </a:r>
            <a:r>
              <a:rPr lang="ru-RU" sz="3200" dirty="0">
                <a:ea typeface="+mn-lt"/>
                <a:cs typeface="+mn-lt"/>
              </a:rPr>
              <a:t> —  — это технология, использующая свет для </a:t>
            </a:r>
            <a:r>
              <a:rPr lang="ru-RU" sz="3200" i="1" dirty="0">
                <a:ea typeface="+mn-lt"/>
                <a:cs typeface="+mn-lt"/>
              </a:rPr>
              <a:t>передачи данных по оптоволокну</a:t>
            </a:r>
            <a:r>
              <a:rPr lang="ru-RU" sz="3200" dirty="0">
                <a:ea typeface="+mn-lt"/>
                <a:cs typeface="+mn-lt"/>
              </a:rPr>
              <a:t> для высокоскоростной связи на </a:t>
            </a:r>
            <a:r>
              <a:rPr lang="ru-RU" sz="3200" i="1" dirty="0">
                <a:ea typeface="+mn-lt"/>
                <a:cs typeface="+mn-lt"/>
              </a:rPr>
              <a:t>большие расстояния</a:t>
            </a:r>
            <a:r>
              <a:rPr lang="ru-RU" sz="3200" dirty="0">
                <a:ea typeface="+mn-lt"/>
                <a:cs typeface="+mn-lt"/>
              </a:rPr>
              <a:t>.</a:t>
            </a:r>
          </a:p>
        </p:txBody>
      </p:sp>
      <p:pic>
        <p:nvPicPr>
          <p:cNvPr id="3" name="Рисунок 2" descr="Изображение выглядит как карта, текст, атлас&#10;&#10;Содержимое, созданное искусственным интеллектом, может быть неверным.">
            <a:extLst>
              <a:ext uri="{FF2B5EF4-FFF2-40B4-BE49-F238E27FC236}">
                <a16:creationId xmlns:a16="http://schemas.microsoft.com/office/drawing/2014/main" id="{98B61131-190D-F06C-C007-6946BBF48CA1}"/>
              </a:ext>
            </a:extLst>
          </p:cNvPr>
          <p:cNvPicPr>
            <a:picLocks noChangeAspect="1"/>
          </p:cNvPicPr>
          <p:nvPr/>
        </p:nvPicPr>
        <p:blipFill>
          <a:blip r:embed="rId3"/>
          <a:stretch>
            <a:fillRect/>
          </a:stretch>
        </p:blipFill>
        <p:spPr>
          <a:xfrm>
            <a:off x="4619879" y="2656703"/>
            <a:ext cx="7575729" cy="4201298"/>
          </a:xfrm>
          <a:prstGeom prst="rect">
            <a:avLst/>
          </a:prstGeom>
        </p:spPr>
      </p:pic>
      <p:pic>
        <p:nvPicPr>
          <p:cNvPr id="6" name="Рисунок 5" descr="Изображение выглядит как соединитель, кабель&#10;&#10;Содержимое, созданное искусственным интеллектом, может быть неверным.">
            <a:extLst>
              <a:ext uri="{FF2B5EF4-FFF2-40B4-BE49-F238E27FC236}">
                <a16:creationId xmlns:a16="http://schemas.microsoft.com/office/drawing/2014/main" id="{2F90E38C-8133-1663-E4D2-8480A6EE752A}"/>
              </a:ext>
            </a:extLst>
          </p:cNvPr>
          <p:cNvPicPr>
            <a:picLocks noChangeAspect="1"/>
          </p:cNvPicPr>
          <p:nvPr/>
        </p:nvPicPr>
        <p:blipFill>
          <a:blip r:embed="rId4"/>
          <a:stretch>
            <a:fillRect/>
          </a:stretch>
        </p:blipFill>
        <p:spPr>
          <a:xfrm>
            <a:off x="4623487" y="0"/>
            <a:ext cx="7568513" cy="2656703"/>
          </a:xfrm>
          <a:prstGeom prst="rect">
            <a:avLst/>
          </a:prstGeom>
        </p:spPr>
      </p:pic>
    </p:spTree>
    <p:extLst>
      <p:ext uri="{BB962C8B-B14F-4D97-AF65-F5344CB8AC3E}">
        <p14:creationId xmlns:p14="http://schemas.microsoft.com/office/powerpoint/2010/main" val="40331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2192128E-F037-77E7-49B9-D08DC1D2A7B4}"/>
              </a:ext>
            </a:extLst>
          </p:cNvPr>
          <p:cNvSpPr>
            <a:spLocks noGrp="1"/>
          </p:cNvSpPr>
          <p:nvPr>
            <p:ph type="subTitle" idx="1"/>
          </p:nvPr>
        </p:nvSpPr>
        <p:spPr>
          <a:xfrm>
            <a:off x="943676" y="332815"/>
            <a:ext cx="10487824" cy="6195573"/>
          </a:xfrm>
        </p:spPr>
        <p:txBody>
          <a:bodyPr vert="horz" lIns="91440" tIns="45720" rIns="91440" bIns="45720" rtlCol="0" anchor="t">
            <a:noAutofit/>
          </a:bodyPr>
          <a:lstStyle/>
          <a:p>
            <a:r>
              <a:rPr lang="ru-RU" sz="2400" b="0" cap="none" dirty="0">
                <a:solidFill>
                  <a:schemeClr val="tx1"/>
                </a:solidFill>
                <a:latin typeface="Times New Roman"/>
                <a:ea typeface="+mn-lt"/>
                <a:cs typeface="+mn-lt"/>
              </a:rPr>
              <a:t> Оптические телекоммуникационные сети, использующие импульсы света в стеклянных волокнах, сформировали высокоскоростной «хребет» глобальной связи, обеспечив колоссальную пропускную способность для передачи данных на континентальные расстояния практически без задержек, что сделало возможным существование современных облачных сервисов, потокового видео в 4К/8К и работы центров обработки данных, их ключевые преимущества — феноменальная скорость (до сотен терабит в секунду), иммунитет к электромагнитным помехам, высочайшая безопасность (физически сложно несанкционированно подключиться к кабелю) и минимальные потери сигнала на больших дистанциях. </a:t>
            </a:r>
            <a:br>
              <a:rPr lang="ru-RU" sz="2400" b="0" cap="none" dirty="0">
                <a:solidFill>
                  <a:schemeClr val="tx1"/>
                </a:solidFill>
                <a:latin typeface="Times New Roman"/>
                <a:ea typeface="+mn-lt"/>
                <a:cs typeface="+mn-lt"/>
              </a:rPr>
            </a:br>
            <a:r>
              <a:rPr lang="ru-RU" sz="2400" b="0" cap="none" dirty="0">
                <a:solidFill>
                  <a:schemeClr val="tx1"/>
                </a:solidFill>
                <a:latin typeface="Times New Roman"/>
                <a:ea typeface="+mn-lt"/>
                <a:cs typeface="+mn-lt"/>
              </a:rPr>
              <a:t> Эта технология также имеет и свои ограничения: высокая стоимость прокладки и обслуживания «последней мили» до конечного пользователя, относительная хрупкость волокна, требующая бережного монтажа, а также необходимость преобразования оптического сигнала в электрический на узлах, что создаёт точки потенциального замедления, что стимулирует развитие технологий полностью оптической коммутации для построения сетей нового поколения, где свет будет доминировать от источника до потребителя</a:t>
            </a:r>
            <a:endParaRPr lang="ru-RU" sz="2400" cap="none" dirty="0">
              <a:solidFill>
                <a:schemeClr val="tx1"/>
              </a:solidFill>
              <a:latin typeface="Times New Roman"/>
            </a:endParaRPr>
          </a:p>
        </p:txBody>
      </p:sp>
    </p:spTree>
    <p:extLst>
      <p:ext uri="{BB962C8B-B14F-4D97-AF65-F5344CB8AC3E}">
        <p14:creationId xmlns:p14="http://schemas.microsoft.com/office/powerpoint/2010/main" val="2817777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5D16E14-44B4-CF30-8582-F45A03F2DE92}"/>
              </a:ext>
            </a:extLst>
          </p:cNvPr>
          <p:cNvSpPr txBox="1"/>
          <p:nvPr/>
        </p:nvSpPr>
        <p:spPr>
          <a:xfrm>
            <a:off x="1876254" y="386632"/>
            <a:ext cx="863687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ru-RU" sz="6000" b="1" dirty="0">
                <a:latin typeface="Times New Roman"/>
                <a:cs typeface="Times New Roman"/>
              </a:rPr>
              <a:t>Значение для людей</a:t>
            </a:r>
          </a:p>
        </p:txBody>
      </p:sp>
      <p:pic>
        <p:nvPicPr>
          <p:cNvPr id="11" name="Рисунок 10" descr="Изображение выглядит как текст, снимок экрана, диаграмма, Красочность&#10;&#10;Содержимое, созданное искусственным интеллектом, может быть неверным.">
            <a:extLst>
              <a:ext uri="{FF2B5EF4-FFF2-40B4-BE49-F238E27FC236}">
                <a16:creationId xmlns:a16="http://schemas.microsoft.com/office/drawing/2014/main" id="{2045CA0F-D7AB-36A3-0FF0-17D9AC69FD39}"/>
              </a:ext>
            </a:extLst>
          </p:cNvPr>
          <p:cNvPicPr>
            <a:picLocks noChangeAspect="1"/>
          </p:cNvPicPr>
          <p:nvPr/>
        </p:nvPicPr>
        <p:blipFill>
          <a:blip r:embed="rId2"/>
          <a:stretch>
            <a:fillRect/>
          </a:stretch>
        </p:blipFill>
        <p:spPr>
          <a:xfrm>
            <a:off x="6195882" y="1708042"/>
            <a:ext cx="5917112" cy="5153808"/>
          </a:xfrm>
          <a:prstGeom prst="rect">
            <a:avLst/>
          </a:prstGeom>
        </p:spPr>
      </p:pic>
      <p:pic>
        <p:nvPicPr>
          <p:cNvPr id="13" name="Рисунок 12" descr="Изображение выглядит как текст, снимок экрана, диаграмма, График&#10;&#10;Содержимое, созданное искусственным интеллектом, может быть неверным.">
            <a:extLst>
              <a:ext uri="{FF2B5EF4-FFF2-40B4-BE49-F238E27FC236}">
                <a16:creationId xmlns:a16="http://schemas.microsoft.com/office/drawing/2014/main" id="{4487485A-CB18-07D9-1274-DAA43A4E3882}"/>
              </a:ext>
            </a:extLst>
          </p:cNvPr>
          <p:cNvPicPr>
            <a:picLocks noChangeAspect="1"/>
          </p:cNvPicPr>
          <p:nvPr/>
        </p:nvPicPr>
        <p:blipFill>
          <a:blip r:embed="rId3"/>
          <a:stretch>
            <a:fillRect/>
          </a:stretch>
        </p:blipFill>
        <p:spPr>
          <a:xfrm>
            <a:off x="-1586" y="1711890"/>
            <a:ext cx="6099171" cy="5146110"/>
          </a:xfrm>
          <a:prstGeom prst="rect">
            <a:avLst/>
          </a:prstGeom>
        </p:spPr>
      </p:pic>
    </p:spTree>
    <p:extLst>
      <p:ext uri="{BB962C8B-B14F-4D97-AF65-F5344CB8AC3E}">
        <p14:creationId xmlns:p14="http://schemas.microsoft.com/office/powerpoint/2010/main" val="355910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BAC361-0D7A-DC05-86B5-6DD77D322F5B}"/>
              </a:ext>
            </a:extLst>
          </p:cNvPr>
          <p:cNvSpPr>
            <a:spLocks noGrp="1"/>
          </p:cNvSpPr>
          <p:nvPr>
            <p:ph type="title"/>
          </p:nvPr>
        </p:nvSpPr>
        <p:spPr>
          <a:xfrm>
            <a:off x="6091289" y="731562"/>
            <a:ext cx="5242654" cy="3526778"/>
          </a:xfrm>
          <a:noFill/>
        </p:spPr>
        <p:txBody>
          <a:bodyPr rtlCol="0" anchor="b"/>
          <a:lstStyle/>
          <a:p>
            <a:r>
              <a:rPr lang="ru" sz="6600" dirty="0">
                <a:latin typeface="Times New Roman"/>
                <a:cs typeface="Times New Roman"/>
              </a:rPr>
              <a:t>СПАСИБО За внимание!</a:t>
            </a:r>
            <a:endParaRPr lang="ru" sz="6600" dirty="0">
              <a:cs typeface="Times New Roman"/>
            </a:endParaRPr>
          </a:p>
        </p:txBody>
      </p:sp>
      <p:pic>
        <p:nvPicPr>
          <p:cNvPr id="8" name="Рисунок 7" descr="Изображение выглядит как Цвет Majorelle blue, ночь, синий, Мир&#10;&#10;Содержимое, созданное искусственным интеллектом, может быть неверным.">
            <a:extLst>
              <a:ext uri="{FF2B5EF4-FFF2-40B4-BE49-F238E27FC236}">
                <a16:creationId xmlns:a16="http://schemas.microsoft.com/office/drawing/2014/main" id="{EC0DCA08-41F6-421D-9BE8-86C212A4C36D}"/>
              </a:ext>
            </a:extLst>
          </p:cNvPr>
          <p:cNvPicPr>
            <a:picLocks noGrp="1" noChangeAspect="1"/>
          </p:cNvPicPr>
          <p:nvPr>
            <p:ph type="pic" sz="quarter" idx="10"/>
          </p:nvPr>
        </p:nvPicPr>
        <p:blipFill>
          <a:blip r:embed="rId3"/>
          <a:srcRect l="12023" r="12023"/>
          <a:stretch/>
        </p:blipFill>
        <p:spPr>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rgbClr val="EFEBEB"/>
          </a:solidFill>
          <a:ln w="22225">
            <a:noFill/>
          </a:ln>
        </p:spPr>
      </p:pic>
    </p:spTree>
    <p:extLst>
      <p:ext uri="{BB962C8B-B14F-4D97-AF65-F5344CB8AC3E}">
        <p14:creationId xmlns:p14="http://schemas.microsoft.com/office/powerpoint/2010/main" val="1210802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750">
        <p15:prstTrans prst="curtains"/>
      </p:transition>
    </mc:Choice>
    <mc:Fallback xmlns="">
      <p:transition spd="slow">
        <p:fade/>
      </p:transition>
    </mc:Fallback>
  </mc:AlternateContent>
</p:sld>
</file>

<file path=ppt/theme/theme1.xml><?xml version="1.0" encoding="utf-8"?>
<a:theme xmlns:a="http://schemas.openxmlformats.org/drawingml/2006/main" name="AngleLinesVTI">
  <a:themeElements>
    <a:clrScheme name="Custom 43">
      <a:dk1>
        <a:srgbClr val="000000"/>
      </a:dk1>
      <a:lt1>
        <a:srgbClr val="FFFFFF"/>
      </a:lt1>
      <a:dk2>
        <a:srgbClr val="EFEBEB"/>
      </a:dk2>
      <a:lt2>
        <a:srgbClr val="E8E8E8"/>
      </a:lt2>
      <a:accent1>
        <a:srgbClr val="001D2E"/>
      </a:accent1>
      <a:accent2>
        <a:srgbClr val="145766"/>
      </a:accent2>
      <a:accent3>
        <a:srgbClr val="B99B9F"/>
      </a:accent3>
      <a:accent4>
        <a:srgbClr val="A47930"/>
      </a:accent4>
      <a:accent5>
        <a:srgbClr val="0C577C"/>
      </a:accent5>
      <a:accent6>
        <a:srgbClr val="CC836D"/>
      </a:accent6>
      <a:hlink>
        <a:srgbClr val="467886"/>
      </a:hlink>
      <a:folHlink>
        <a:srgbClr val="96607D"/>
      </a:folHlink>
    </a:clrScheme>
    <a:fontScheme name="Custom 98">
      <a:majorFont>
        <a:latin typeface="Walbaum Display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ngle lines design_Win32_SL_V15" id="{7EDC6EF7-8AD3-4A22-B09A-9C2D96F216F8}" vid="{B0E828C9-6219-42BF-B63C-156B68E5CCE4}"/>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283731-47E9-4F14-86D1-57C1EA2672A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4D4B218-C04B-41F5-949D-06E9DAE96B0A}">
  <ds:schemaRefs>
    <ds:schemaRef ds:uri="http://schemas.microsoft.com/sharepoint/v3/contenttype/forms"/>
  </ds:schemaRefs>
</ds:datastoreItem>
</file>

<file path=customXml/itemProps3.xml><?xml version="1.0" encoding="utf-8"?>
<ds:datastoreItem xmlns:ds="http://schemas.openxmlformats.org/officeDocument/2006/customXml" ds:itemID="{81846AD4-435D-4592-8088-FE2831A30D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429</Words>
  <Application>Microsoft Office PowerPoint</Application>
  <PresentationFormat>Широкоэкранный</PresentationFormat>
  <Paragraphs>123</Paragraphs>
  <Slides>14</Slides>
  <Notes>8</Notes>
  <HiddenSlides>0</HiddenSlides>
  <MMClips>0</MMClips>
  <ScaleCrop>false</ScaleCrop>
  <HeadingPairs>
    <vt:vector size="4" baseType="variant">
      <vt:variant>
        <vt:lpstr>Тема</vt:lpstr>
      </vt:variant>
      <vt:variant>
        <vt:i4>1</vt:i4>
      </vt:variant>
      <vt:variant>
        <vt:lpstr>Заголовки слайдов</vt:lpstr>
      </vt:variant>
      <vt:variant>
        <vt:i4>14</vt:i4>
      </vt:variant>
    </vt:vector>
  </HeadingPairs>
  <TitlesOfParts>
    <vt:vector size="15" baseType="lpstr">
      <vt:lpstr>AngleLinesVTI</vt:lpstr>
      <vt:lpstr>телекоммуникационные сети различного типа. Их назначение и возможности.</vt:lpstr>
      <vt:lpstr>Презентация PowerPoint</vt:lpstr>
      <vt:lpstr>Презентация PowerPoint</vt:lpstr>
      <vt:lpstr>Типы телекоммуникационных сетей (Не связаны по критериям)</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533</cp:revision>
  <dcterms:created xsi:type="dcterms:W3CDTF">2025-11-01T15:27:55Z</dcterms:created>
  <dcterms:modified xsi:type="dcterms:W3CDTF">2025-12-07T19:37:50Z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